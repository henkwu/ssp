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6"/>
  </p:notesMasterIdLst>
  <p:sldIdLst>
    <p:sldId id="302" r:id="rId2"/>
    <p:sldId id="291" r:id="rId3"/>
    <p:sldId id="294" r:id="rId4"/>
    <p:sldId id="303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3" clrIdx="0">
    <p:extLst>
      <p:ext uri="{19B8F6BF-5375-455C-9EA6-DF929625EA0E}">
        <p15:presenceInfo xmlns:p15="http://schemas.microsoft.com/office/powerpoint/2012/main" userId="Windows 用户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99FF66"/>
    <a:srgbClr val="CEF3FC"/>
    <a:srgbClr val="CFD4FB"/>
    <a:srgbClr val="A99FF3"/>
    <a:srgbClr val="CAE048"/>
    <a:srgbClr val="DAE3F3"/>
    <a:srgbClr val="E5EBF7"/>
    <a:srgbClr val="CDCDCD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1" autoAdjust="0"/>
    <p:restoredTop sz="88628" autoAdjust="0"/>
  </p:normalViewPr>
  <p:slideViewPr>
    <p:cSldViewPr snapToGrid="0">
      <p:cViewPr varScale="1">
        <p:scale>
          <a:sx n="77" d="100"/>
          <a:sy n="77" d="100"/>
        </p:scale>
        <p:origin x="17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11DF2-8098-4F3C-B54D-1EE8FADE9138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BFE82-BDF5-4C57-9894-9C2CDA1BD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697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67647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1pPr>
    <a:lvl2pPr marL="783824" algn="l" defTabSz="1567647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2pPr>
    <a:lvl3pPr marL="1567647" algn="l" defTabSz="1567647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3pPr>
    <a:lvl4pPr marL="2351471" algn="l" defTabSz="1567647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4pPr>
    <a:lvl5pPr marL="3135295" algn="l" defTabSz="1567647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5pPr>
    <a:lvl6pPr marL="3919118" algn="l" defTabSz="1567647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6pPr>
    <a:lvl7pPr marL="4702942" algn="l" defTabSz="1567647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7pPr>
    <a:lvl8pPr marL="5486766" algn="l" defTabSz="1567647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8pPr>
    <a:lvl9pPr marL="6270589" algn="l" defTabSz="1567647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BFE82-BDF5-4C57-9894-9C2CDA1BD22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52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23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97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8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58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94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17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64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62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90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17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504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53DCD-A889-442D-8A14-EC18B39FDDCF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47A8-5A83-4B29-8AD3-48EDFA9E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42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12" Type="http://schemas.openxmlformats.org/officeDocument/2006/relationships/image" Target="../media/image10.jpe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C7F8F4C-36D6-473B-9A5E-8BC153107627}"/>
              </a:ext>
            </a:extLst>
          </p:cNvPr>
          <p:cNvSpPr/>
          <p:nvPr/>
        </p:nvSpPr>
        <p:spPr>
          <a:xfrm>
            <a:off x="7183439" y="-28272"/>
            <a:ext cx="8244529" cy="7010425"/>
          </a:xfrm>
          <a:prstGeom prst="roundRect">
            <a:avLst>
              <a:gd name="adj" fmla="val 4199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4A0E1BF-1841-462F-A3CA-5211AFECB85B}"/>
              </a:ext>
            </a:extLst>
          </p:cNvPr>
          <p:cNvSpPr/>
          <p:nvPr/>
        </p:nvSpPr>
        <p:spPr>
          <a:xfrm>
            <a:off x="-3345167" y="394"/>
            <a:ext cx="3532817" cy="69968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F2366FA-4B15-406E-8344-047114107922}"/>
              </a:ext>
            </a:extLst>
          </p:cNvPr>
          <p:cNvSpPr/>
          <p:nvPr/>
        </p:nvSpPr>
        <p:spPr>
          <a:xfrm>
            <a:off x="2150673" y="0"/>
            <a:ext cx="4846546" cy="69821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Euclid Math One" panose="05050601010101010101" pitchFamily="18" charset="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770EF3B-1484-489C-AE9C-1A7D0533E16B}"/>
              </a:ext>
            </a:extLst>
          </p:cNvPr>
          <p:cNvSpPr/>
          <p:nvPr/>
        </p:nvSpPr>
        <p:spPr>
          <a:xfrm>
            <a:off x="2338279" y="781038"/>
            <a:ext cx="4422966" cy="1282438"/>
          </a:xfrm>
          <a:prstGeom prst="roundRect">
            <a:avLst/>
          </a:prstGeom>
          <a:solidFill>
            <a:srgbClr val="CEF3FC"/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BE0A00E-394C-4160-919F-0FE8BA9E9D91}"/>
              </a:ext>
            </a:extLst>
          </p:cNvPr>
          <p:cNvSpPr/>
          <p:nvPr/>
        </p:nvSpPr>
        <p:spPr>
          <a:xfrm>
            <a:off x="2245890" y="4480403"/>
            <a:ext cx="4549619" cy="2125241"/>
          </a:xfrm>
          <a:prstGeom prst="roundRect">
            <a:avLst/>
          </a:prstGeom>
          <a:solidFill>
            <a:srgbClr val="CEF3FC"/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E01ECCD-2F37-483F-9E43-771A5F39E370}"/>
              </a:ext>
            </a:extLst>
          </p:cNvPr>
          <p:cNvSpPr/>
          <p:nvPr/>
        </p:nvSpPr>
        <p:spPr>
          <a:xfrm>
            <a:off x="-3213832" y="740847"/>
            <a:ext cx="3281688" cy="2340168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D54ED25-E48E-4F87-A5C0-D951CE9E72F4}"/>
              </a:ext>
            </a:extLst>
          </p:cNvPr>
          <p:cNvSpPr/>
          <p:nvPr/>
        </p:nvSpPr>
        <p:spPr>
          <a:xfrm>
            <a:off x="-3240258" y="3863309"/>
            <a:ext cx="3332997" cy="253834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71E4A48-8460-4441-B035-9361A66B347C}"/>
              </a:ext>
            </a:extLst>
          </p:cNvPr>
          <p:cNvPicPr>
            <a:picLocks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5866" y="4895272"/>
            <a:ext cx="720000" cy="72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AB0F0FC-71A9-49C5-9DF2-E6BEBBDD388E}"/>
              </a:ext>
            </a:extLst>
          </p:cNvPr>
          <p:cNvPicPr>
            <a:picLocks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4144" y="4895272"/>
            <a:ext cx="720000" cy="72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E74846B-9304-4550-AA0C-9AAADEA2DD25}"/>
              </a:ext>
            </a:extLst>
          </p:cNvPr>
          <p:cNvPicPr>
            <a:picLocks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7025" y="5183827"/>
            <a:ext cx="720000" cy="72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8C52E1-D287-4380-8996-59EB645F0E4B}"/>
              </a:ext>
            </a:extLst>
          </p:cNvPr>
          <p:cNvPicPr>
            <a:picLocks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9515" y="5476239"/>
            <a:ext cx="720000" cy="720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E40BCF9-AE3F-4895-A167-8E29BFE8671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2422" y="4895272"/>
            <a:ext cx="720000" cy="72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4BC5144-65B1-4343-B4D5-EED355228DD2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8939" y="1016829"/>
            <a:ext cx="1008000" cy="972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3FB9045-3921-47A0-B977-86C47761087F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2787" y="1016829"/>
            <a:ext cx="1008000" cy="972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06F8878-CFD8-4118-AF85-BBDB137175E6}"/>
              </a:ext>
            </a:extLst>
          </p:cNvPr>
          <p:cNvPicPr>
            <a:picLocks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36634" y="1016829"/>
            <a:ext cx="1008000" cy="972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1FC4ABA-D6EE-4EB4-97AB-00B4FBDB616F}"/>
              </a:ext>
            </a:extLst>
          </p:cNvPr>
          <p:cNvPicPr>
            <a:picLocks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7929" y="5183827"/>
            <a:ext cx="720000" cy="72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7A6AB12-CFDB-46AA-BD2C-131CF226ADE5}"/>
              </a:ext>
            </a:extLst>
          </p:cNvPr>
          <p:cNvPicPr>
            <a:picLocks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99993" y="5472381"/>
            <a:ext cx="720000" cy="72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30845E6-DA98-4F99-AA51-9051F101FA3B}"/>
              </a:ext>
            </a:extLst>
          </p:cNvPr>
          <p:cNvPicPr>
            <a:picLocks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6121" y="5183827"/>
            <a:ext cx="720000" cy="7200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7932B70-FEFA-4B4A-AABD-767BF316237E}"/>
              </a:ext>
            </a:extLst>
          </p:cNvPr>
          <p:cNvPicPr>
            <a:picLocks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6702" y="5472381"/>
            <a:ext cx="720000" cy="72000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6DB217E6-7367-47C9-BD5D-CBFA5BA2077E}"/>
              </a:ext>
            </a:extLst>
          </p:cNvPr>
          <p:cNvSpPr/>
          <p:nvPr/>
        </p:nvSpPr>
        <p:spPr>
          <a:xfrm>
            <a:off x="-2632634" y="388040"/>
            <a:ext cx="2215194" cy="374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Set Samples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梯形 23">
            <a:extLst>
              <a:ext uri="{FF2B5EF4-FFF2-40B4-BE49-F238E27FC236}">
                <a16:creationId xmlns:a16="http://schemas.microsoft.com/office/drawing/2014/main" id="{269C5922-E9F8-454D-88D3-AD6263881095}"/>
              </a:ext>
            </a:extLst>
          </p:cNvPr>
          <p:cNvSpPr/>
          <p:nvPr/>
        </p:nvSpPr>
        <p:spPr>
          <a:xfrm rot="5400000">
            <a:off x="134507" y="913796"/>
            <a:ext cx="2160106" cy="1131531"/>
          </a:xfrm>
          <a:prstGeom prst="trapezoid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7EC7F02-898F-4CE0-B9A5-E098B6A280C0}"/>
              </a:ext>
            </a:extLst>
          </p:cNvPr>
          <p:cNvSpPr/>
          <p:nvPr/>
        </p:nvSpPr>
        <p:spPr>
          <a:xfrm>
            <a:off x="2347024" y="2497016"/>
            <a:ext cx="1737940" cy="646136"/>
          </a:xfrm>
          <a:prstGeom prst="roundRect">
            <a:avLst/>
          </a:prstGeom>
          <a:solidFill>
            <a:schemeClr val="accent2"/>
          </a:solidFill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Dual-Stream Attention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流程图: 汇总连接 25">
            <a:extLst>
              <a:ext uri="{FF2B5EF4-FFF2-40B4-BE49-F238E27FC236}">
                <a16:creationId xmlns:a16="http://schemas.microsoft.com/office/drawing/2014/main" id="{2573C127-6859-41D8-83F3-4B01E4A77EAC}"/>
              </a:ext>
            </a:extLst>
          </p:cNvPr>
          <p:cNvSpPr/>
          <p:nvPr/>
        </p:nvSpPr>
        <p:spPr>
          <a:xfrm>
            <a:off x="4482602" y="2706254"/>
            <a:ext cx="275771" cy="282672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FE8CD0A-561D-4620-9D5D-93376E06415E}"/>
              </a:ext>
            </a:extLst>
          </p:cNvPr>
          <p:cNvSpPr/>
          <p:nvPr/>
        </p:nvSpPr>
        <p:spPr>
          <a:xfrm>
            <a:off x="5112520" y="2497016"/>
            <a:ext cx="1758533" cy="69128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3A2E64A-9BFF-4192-825B-2F013EA7D370}"/>
              </a:ext>
            </a:extLst>
          </p:cNvPr>
          <p:cNvSpPr/>
          <p:nvPr/>
        </p:nvSpPr>
        <p:spPr>
          <a:xfrm>
            <a:off x="12148797" y="1406412"/>
            <a:ext cx="1215814" cy="8018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3C3FC54-6729-42B6-9712-81425F81F89D}"/>
              </a:ext>
            </a:extLst>
          </p:cNvPr>
          <p:cNvSpPr/>
          <p:nvPr/>
        </p:nvSpPr>
        <p:spPr>
          <a:xfrm>
            <a:off x="9109065" y="5810121"/>
            <a:ext cx="2678711" cy="782067"/>
          </a:xfrm>
          <a:prstGeom prst="roundRect">
            <a:avLst/>
          </a:prstGeom>
          <a:solidFill>
            <a:srgbClr val="CAE048"/>
          </a:solidFill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Transformation</a:t>
            </a:r>
          </a:p>
        </p:txBody>
      </p:sp>
      <p:sp>
        <p:nvSpPr>
          <p:cNvPr id="30" name="流程图: 或者 29">
            <a:extLst>
              <a:ext uri="{FF2B5EF4-FFF2-40B4-BE49-F238E27FC236}">
                <a16:creationId xmlns:a16="http://schemas.microsoft.com/office/drawing/2014/main" id="{9485DF04-1475-4372-A77A-45DC6F590738}"/>
              </a:ext>
            </a:extLst>
          </p:cNvPr>
          <p:cNvSpPr/>
          <p:nvPr/>
        </p:nvSpPr>
        <p:spPr>
          <a:xfrm>
            <a:off x="14266022" y="3687411"/>
            <a:ext cx="277200" cy="284400"/>
          </a:xfrm>
          <a:prstGeom prst="flowChar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5DF79F0-3BB5-45C1-ACA9-D3C5385381F2}"/>
              </a:ext>
            </a:extLst>
          </p:cNvPr>
          <p:cNvSpPr/>
          <p:nvPr/>
        </p:nvSpPr>
        <p:spPr>
          <a:xfrm>
            <a:off x="3157938" y="373131"/>
            <a:ext cx="2761244" cy="374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Tensor Feature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97416F-ED1F-43B1-B648-0D45DC9598FD}"/>
              </a:ext>
            </a:extLst>
          </p:cNvPr>
          <p:cNvSpPr/>
          <p:nvPr/>
        </p:nvSpPr>
        <p:spPr>
          <a:xfrm>
            <a:off x="3450898" y="6608485"/>
            <a:ext cx="2469807" cy="374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 Tensor Feature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立方体 32">
            <a:extLst>
              <a:ext uri="{FF2B5EF4-FFF2-40B4-BE49-F238E27FC236}">
                <a16:creationId xmlns:a16="http://schemas.microsoft.com/office/drawing/2014/main" id="{083FD8CE-14BF-4FB1-981B-E9A410C54F61}"/>
              </a:ext>
            </a:extLst>
          </p:cNvPr>
          <p:cNvSpPr/>
          <p:nvPr/>
        </p:nvSpPr>
        <p:spPr>
          <a:xfrm>
            <a:off x="2668487" y="977687"/>
            <a:ext cx="1080000" cy="900000"/>
          </a:xfrm>
          <a:prstGeom prst="cube">
            <a:avLst/>
          </a:prstGeom>
          <a:solidFill>
            <a:schemeClr val="accent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2D0CBF-3698-4B0F-8248-94AC8917277C}"/>
              </a:ext>
            </a:extLst>
          </p:cNvPr>
          <p:cNvSpPr/>
          <p:nvPr/>
        </p:nvSpPr>
        <p:spPr>
          <a:xfrm>
            <a:off x="7308631" y="746561"/>
            <a:ext cx="1735420" cy="705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Feature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EBC83F2-5518-4184-BA60-94ED6090E1AC}"/>
              </a:ext>
            </a:extLst>
          </p:cNvPr>
          <p:cNvSpPr/>
          <p:nvPr/>
        </p:nvSpPr>
        <p:spPr>
          <a:xfrm>
            <a:off x="7251524" y="6410394"/>
            <a:ext cx="1791358" cy="5245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Vector Feature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1D0D749-6A4C-4E94-80CA-00E8AC7BB7AE}"/>
              </a:ext>
            </a:extLst>
          </p:cNvPr>
          <p:cNvSpPr/>
          <p:nvPr/>
        </p:nvSpPr>
        <p:spPr>
          <a:xfrm>
            <a:off x="8924329" y="322707"/>
            <a:ext cx="3019555" cy="374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 Calculation 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71">
            <a:extLst>
              <a:ext uri="{FF2B5EF4-FFF2-40B4-BE49-F238E27FC236}">
                <a16:creationId xmlns:a16="http://schemas.microsoft.com/office/drawing/2014/main" id="{F7C26A1A-9377-4B4D-8164-2C5E53FB4C28}"/>
              </a:ext>
            </a:extLst>
          </p:cNvPr>
          <p:cNvSpPr txBox="1"/>
          <p:nvPr/>
        </p:nvSpPr>
        <p:spPr>
          <a:xfrm>
            <a:off x="10504854" y="1944"/>
            <a:ext cx="4695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 Loss Coupling  Module</a:t>
            </a:r>
            <a:endParaRPr lang="zh-CN" altLang="en-US" sz="2000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ED6C49-740D-4567-B9EA-6014D0706B91}"/>
              </a:ext>
            </a:extLst>
          </p:cNvPr>
          <p:cNvSpPr/>
          <p:nvPr/>
        </p:nvSpPr>
        <p:spPr>
          <a:xfrm>
            <a:off x="-2739018" y="6487075"/>
            <a:ext cx="2215194" cy="374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Set Samples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梯形 38">
            <a:extLst>
              <a:ext uri="{FF2B5EF4-FFF2-40B4-BE49-F238E27FC236}">
                <a16:creationId xmlns:a16="http://schemas.microsoft.com/office/drawing/2014/main" id="{A94489FB-25CA-4B24-BE51-6CBB4CC8F11A}"/>
              </a:ext>
            </a:extLst>
          </p:cNvPr>
          <p:cNvSpPr/>
          <p:nvPr/>
        </p:nvSpPr>
        <p:spPr>
          <a:xfrm rot="5400000">
            <a:off x="67246" y="4984124"/>
            <a:ext cx="2274080" cy="1131531"/>
          </a:xfrm>
          <a:prstGeom prst="trapezoid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252BE63-BD21-4002-96D9-0CF3FE0F1526}"/>
              </a:ext>
            </a:extLst>
          </p:cNvPr>
          <p:cNvCxnSpPr>
            <a:cxnSpLocks/>
          </p:cNvCxnSpPr>
          <p:nvPr/>
        </p:nvCxnSpPr>
        <p:spPr>
          <a:xfrm>
            <a:off x="1135785" y="2653669"/>
            <a:ext cx="0" cy="160633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立方体 40">
            <a:extLst>
              <a:ext uri="{FF2B5EF4-FFF2-40B4-BE49-F238E27FC236}">
                <a16:creationId xmlns:a16="http://schemas.microsoft.com/office/drawing/2014/main" id="{F1AAFDF0-FCC2-4C86-B85E-5FCD87724D31}"/>
              </a:ext>
            </a:extLst>
          </p:cNvPr>
          <p:cNvSpPr/>
          <p:nvPr/>
        </p:nvSpPr>
        <p:spPr>
          <a:xfrm>
            <a:off x="4005453" y="977687"/>
            <a:ext cx="1080000" cy="900000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立方体 41">
            <a:extLst>
              <a:ext uri="{FF2B5EF4-FFF2-40B4-BE49-F238E27FC236}">
                <a16:creationId xmlns:a16="http://schemas.microsoft.com/office/drawing/2014/main" id="{7BAAFF47-3E99-4284-989E-4308FB6A8F61}"/>
              </a:ext>
            </a:extLst>
          </p:cNvPr>
          <p:cNvSpPr/>
          <p:nvPr/>
        </p:nvSpPr>
        <p:spPr>
          <a:xfrm>
            <a:off x="5342419" y="977687"/>
            <a:ext cx="1080000" cy="900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立方体 42">
            <a:extLst>
              <a:ext uri="{FF2B5EF4-FFF2-40B4-BE49-F238E27FC236}">
                <a16:creationId xmlns:a16="http://schemas.microsoft.com/office/drawing/2014/main" id="{AD917F89-F375-418B-9202-757FEED74573}"/>
              </a:ext>
            </a:extLst>
          </p:cNvPr>
          <p:cNvSpPr/>
          <p:nvPr/>
        </p:nvSpPr>
        <p:spPr>
          <a:xfrm>
            <a:off x="2830553" y="4659326"/>
            <a:ext cx="1080000" cy="900000"/>
          </a:xfrm>
          <a:prstGeom prst="cube">
            <a:avLst/>
          </a:prstGeom>
          <a:solidFill>
            <a:schemeClr val="accent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立方体 43">
            <a:extLst>
              <a:ext uri="{FF2B5EF4-FFF2-40B4-BE49-F238E27FC236}">
                <a16:creationId xmlns:a16="http://schemas.microsoft.com/office/drawing/2014/main" id="{181784BA-39BD-403B-8A4E-31FECE9D393B}"/>
              </a:ext>
            </a:extLst>
          </p:cNvPr>
          <p:cNvSpPr/>
          <p:nvPr/>
        </p:nvSpPr>
        <p:spPr>
          <a:xfrm>
            <a:off x="4190168" y="4659326"/>
            <a:ext cx="1080000" cy="900000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立方体 44">
            <a:extLst>
              <a:ext uri="{FF2B5EF4-FFF2-40B4-BE49-F238E27FC236}">
                <a16:creationId xmlns:a16="http://schemas.microsoft.com/office/drawing/2014/main" id="{9F5D53CF-D489-4A9C-AD6B-F10B7548C711}"/>
              </a:ext>
            </a:extLst>
          </p:cNvPr>
          <p:cNvSpPr/>
          <p:nvPr/>
        </p:nvSpPr>
        <p:spPr>
          <a:xfrm>
            <a:off x="3970515" y="5113633"/>
            <a:ext cx="1080000" cy="900000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立方体 45">
            <a:extLst>
              <a:ext uri="{FF2B5EF4-FFF2-40B4-BE49-F238E27FC236}">
                <a16:creationId xmlns:a16="http://schemas.microsoft.com/office/drawing/2014/main" id="{04A1A191-3BEE-4F27-8C3A-8B4A26F831C5}"/>
              </a:ext>
            </a:extLst>
          </p:cNvPr>
          <p:cNvSpPr/>
          <p:nvPr/>
        </p:nvSpPr>
        <p:spPr>
          <a:xfrm>
            <a:off x="3758065" y="5570509"/>
            <a:ext cx="1080000" cy="900000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立方体 46">
            <a:extLst>
              <a:ext uri="{FF2B5EF4-FFF2-40B4-BE49-F238E27FC236}">
                <a16:creationId xmlns:a16="http://schemas.microsoft.com/office/drawing/2014/main" id="{6F822E4F-E324-49B6-962A-1DF27B29C6E1}"/>
              </a:ext>
            </a:extLst>
          </p:cNvPr>
          <p:cNvSpPr/>
          <p:nvPr/>
        </p:nvSpPr>
        <p:spPr>
          <a:xfrm>
            <a:off x="2631262" y="5114917"/>
            <a:ext cx="1080000" cy="900000"/>
          </a:xfrm>
          <a:prstGeom prst="cube">
            <a:avLst/>
          </a:prstGeom>
          <a:solidFill>
            <a:schemeClr val="accent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立方体 47">
            <a:extLst>
              <a:ext uri="{FF2B5EF4-FFF2-40B4-BE49-F238E27FC236}">
                <a16:creationId xmlns:a16="http://schemas.microsoft.com/office/drawing/2014/main" id="{8F910DD3-3FB0-4C13-9F5E-56279CD3143B}"/>
              </a:ext>
            </a:extLst>
          </p:cNvPr>
          <p:cNvSpPr/>
          <p:nvPr/>
        </p:nvSpPr>
        <p:spPr>
          <a:xfrm>
            <a:off x="2431970" y="5570509"/>
            <a:ext cx="1080000" cy="900000"/>
          </a:xfrm>
          <a:prstGeom prst="cube">
            <a:avLst/>
          </a:prstGeom>
          <a:solidFill>
            <a:schemeClr val="accent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立方体 48">
            <a:extLst>
              <a:ext uri="{FF2B5EF4-FFF2-40B4-BE49-F238E27FC236}">
                <a16:creationId xmlns:a16="http://schemas.microsoft.com/office/drawing/2014/main" id="{F0BCCE0C-6B8A-4064-BE40-C38016C4DA9A}"/>
              </a:ext>
            </a:extLst>
          </p:cNvPr>
          <p:cNvSpPr/>
          <p:nvPr/>
        </p:nvSpPr>
        <p:spPr>
          <a:xfrm>
            <a:off x="5549784" y="4659326"/>
            <a:ext cx="1080000" cy="900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立方体 49">
            <a:extLst>
              <a:ext uri="{FF2B5EF4-FFF2-40B4-BE49-F238E27FC236}">
                <a16:creationId xmlns:a16="http://schemas.microsoft.com/office/drawing/2014/main" id="{854EE8AD-B26A-4549-AD83-410C74873620}"/>
              </a:ext>
            </a:extLst>
          </p:cNvPr>
          <p:cNvSpPr/>
          <p:nvPr/>
        </p:nvSpPr>
        <p:spPr>
          <a:xfrm>
            <a:off x="5309769" y="5113633"/>
            <a:ext cx="1080000" cy="900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立方体 50">
            <a:extLst>
              <a:ext uri="{FF2B5EF4-FFF2-40B4-BE49-F238E27FC236}">
                <a16:creationId xmlns:a16="http://schemas.microsoft.com/office/drawing/2014/main" id="{973EB549-83E7-42B0-B380-C200C9875DE6}"/>
              </a:ext>
            </a:extLst>
          </p:cNvPr>
          <p:cNvSpPr/>
          <p:nvPr/>
        </p:nvSpPr>
        <p:spPr>
          <a:xfrm>
            <a:off x="5084161" y="5570509"/>
            <a:ext cx="1080000" cy="900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28BC245B-0CDF-4437-833A-45C6ABD99431}"/>
              </a:ext>
            </a:extLst>
          </p:cNvPr>
          <p:cNvCxnSpPr>
            <a:cxnSpLocks/>
          </p:cNvCxnSpPr>
          <p:nvPr/>
        </p:nvCxnSpPr>
        <p:spPr>
          <a:xfrm>
            <a:off x="3218153" y="2159577"/>
            <a:ext cx="0" cy="3425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B6C3887-E4DE-4968-B21B-717C1A2A057B}"/>
              </a:ext>
            </a:extLst>
          </p:cNvPr>
          <p:cNvCxnSpPr>
            <a:cxnSpLocks/>
          </p:cNvCxnSpPr>
          <p:nvPr/>
        </p:nvCxnSpPr>
        <p:spPr>
          <a:xfrm flipV="1">
            <a:off x="3202704" y="4031889"/>
            <a:ext cx="0" cy="3298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C419FB55-0A97-46F8-8382-45F970E05E79}"/>
              </a:ext>
            </a:extLst>
          </p:cNvPr>
          <p:cNvSpPr/>
          <p:nvPr/>
        </p:nvSpPr>
        <p:spPr>
          <a:xfrm>
            <a:off x="2359206" y="3334659"/>
            <a:ext cx="1737940" cy="6461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Dual-Stream Attention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5D33AEB-5BB0-4716-B0F5-420BDA0F5894}"/>
              </a:ext>
            </a:extLst>
          </p:cNvPr>
          <p:cNvCxnSpPr>
            <a:cxnSpLocks/>
          </p:cNvCxnSpPr>
          <p:nvPr/>
        </p:nvCxnSpPr>
        <p:spPr>
          <a:xfrm>
            <a:off x="4136334" y="2855889"/>
            <a:ext cx="31721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A184B6D-AFEC-43D4-9170-132A60581DC2}"/>
              </a:ext>
            </a:extLst>
          </p:cNvPr>
          <p:cNvCxnSpPr>
            <a:cxnSpLocks/>
          </p:cNvCxnSpPr>
          <p:nvPr/>
        </p:nvCxnSpPr>
        <p:spPr>
          <a:xfrm>
            <a:off x="4136121" y="3635009"/>
            <a:ext cx="31721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汇总连接 56">
            <a:extLst>
              <a:ext uri="{FF2B5EF4-FFF2-40B4-BE49-F238E27FC236}">
                <a16:creationId xmlns:a16="http://schemas.microsoft.com/office/drawing/2014/main" id="{C7878C91-25E0-4AC7-B89F-B77CA6E1EDE5}"/>
              </a:ext>
            </a:extLst>
          </p:cNvPr>
          <p:cNvSpPr/>
          <p:nvPr/>
        </p:nvSpPr>
        <p:spPr>
          <a:xfrm>
            <a:off x="4482602" y="3488534"/>
            <a:ext cx="275771" cy="282672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CD317B9D-1A5A-45E3-A57A-92F525EEB436}"/>
              </a:ext>
            </a:extLst>
          </p:cNvPr>
          <p:cNvCxnSpPr>
            <a:cxnSpLocks/>
          </p:cNvCxnSpPr>
          <p:nvPr/>
        </p:nvCxnSpPr>
        <p:spPr>
          <a:xfrm>
            <a:off x="4800550" y="2841188"/>
            <a:ext cx="31721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D9323943-28B5-4672-9508-AC9791BA8382}"/>
              </a:ext>
            </a:extLst>
          </p:cNvPr>
          <p:cNvSpPr/>
          <p:nvPr/>
        </p:nvSpPr>
        <p:spPr>
          <a:xfrm>
            <a:off x="5118539" y="3334659"/>
            <a:ext cx="1768696" cy="64613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E73F8466-9BAD-4E06-83DA-EB336A026DD4}"/>
              </a:ext>
            </a:extLst>
          </p:cNvPr>
          <p:cNvCxnSpPr>
            <a:cxnSpLocks/>
          </p:cNvCxnSpPr>
          <p:nvPr/>
        </p:nvCxnSpPr>
        <p:spPr>
          <a:xfrm>
            <a:off x="4801211" y="3622757"/>
            <a:ext cx="31721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BEFEBDD3-94FA-48CF-9A0E-0DAEDE31B8A1}"/>
              </a:ext>
            </a:extLst>
          </p:cNvPr>
          <p:cNvCxnSpPr>
            <a:cxnSpLocks/>
          </p:cNvCxnSpPr>
          <p:nvPr/>
        </p:nvCxnSpPr>
        <p:spPr>
          <a:xfrm>
            <a:off x="4602453" y="2190292"/>
            <a:ext cx="0" cy="3425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BF6DA4D-973D-4942-8941-1EF7A42223A6}"/>
              </a:ext>
            </a:extLst>
          </p:cNvPr>
          <p:cNvCxnSpPr>
            <a:cxnSpLocks/>
          </p:cNvCxnSpPr>
          <p:nvPr/>
        </p:nvCxnSpPr>
        <p:spPr>
          <a:xfrm flipV="1">
            <a:off x="4622773" y="4019048"/>
            <a:ext cx="0" cy="3298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AD002E1-0BA3-4FC5-AB1F-797B751D4655}"/>
              </a:ext>
            </a:extLst>
          </p:cNvPr>
          <p:cNvCxnSpPr>
            <a:cxnSpLocks/>
          </p:cNvCxnSpPr>
          <p:nvPr/>
        </p:nvCxnSpPr>
        <p:spPr>
          <a:xfrm>
            <a:off x="258385" y="5516032"/>
            <a:ext cx="294197" cy="75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>
            <a:extLst>
              <a:ext uri="{FF2B5EF4-FFF2-40B4-BE49-F238E27FC236}">
                <a16:creationId xmlns:a16="http://schemas.microsoft.com/office/drawing/2014/main" id="{4A50DE8F-34A6-4637-B636-A9B3AC4D3742}"/>
              </a:ext>
            </a:extLst>
          </p:cNvPr>
          <p:cNvSpPr/>
          <p:nvPr/>
        </p:nvSpPr>
        <p:spPr>
          <a:xfrm>
            <a:off x="433898" y="2979096"/>
            <a:ext cx="1365675" cy="920133"/>
          </a:xfrm>
          <a:prstGeom prst="ellipse">
            <a:avLst/>
          </a:prstGeom>
          <a:solidFill>
            <a:schemeClr val="bg1"/>
          </a:solidFill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Sharing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6E636D3-DEEB-45A7-A251-508BFBBD0832}"/>
              </a:ext>
            </a:extLst>
          </p:cNvPr>
          <p:cNvGrpSpPr/>
          <p:nvPr/>
        </p:nvGrpSpPr>
        <p:grpSpPr>
          <a:xfrm>
            <a:off x="7607030" y="1467169"/>
            <a:ext cx="897632" cy="1338080"/>
            <a:chOff x="8495077" y="715957"/>
            <a:chExt cx="897632" cy="1338080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7BA37B02-3409-4FC8-9886-030668C15674}"/>
                </a:ext>
              </a:extLst>
            </p:cNvPr>
            <p:cNvSpPr/>
            <p:nvPr/>
          </p:nvSpPr>
          <p:spPr>
            <a:xfrm>
              <a:off x="8495077" y="715957"/>
              <a:ext cx="897632" cy="13380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立方体 66">
              <a:extLst>
                <a:ext uri="{FF2B5EF4-FFF2-40B4-BE49-F238E27FC236}">
                  <a16:creationId xmlns:a16="http://schemas.microsoft.com/office/drawing/2014/main" id="{3614CBFC-C7A6-4ACC-B1F0-CD2F849C5F1E}"/>
                </a:ext>
              </a:extLst>
            </p:cNvPr>
            <p:cNvSpPr/>
            <p:nvPr/>
          </p:nvSpPr>
          <p:spPr>
            <a:xfrm>
              <a:off x="8572597" y="968625"/>
              <a:ext cx="720000" cy="180000"/>
            </a:xfrm>
            <a:prstGeom prst="cube">
              <a:avLst/>
            </a:prstGeom>
            <a:solidFill>
              <a:schemeClr val="accent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立方体 67">
              <a:extLst>
                <a:ext uri="{FF2B5EF4-FFF2-40B4-BE49-F238E27FC236}">
                  <a16:creationId xmlns:a16="http://schemas.microsoft.com/office/drawing/2014/main" id="{967B60F0-2D96-4970-88B5-B159737A5D1A}"/>
                </a:ext>
              </a:extLst>
            </p:cNvPr>
            <p:cNvSpPr/>
            <p:nvPr/>
          </p:nvSpPr>
          <p:spPr>
            <a:xfrm>
              <a:off x="8572597" y="1301224"/>
              <a:ext cx="720000" cy="180000"/>
            </a:xfrm>
            <a:prstGeom prst="cube">
              <a:avLst/>
            </a:prstGeom>
            <a:solidFill>
              <a:schemeClr val="accent6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立方体 68">
              <a:extLst>
                <a:ext uri="{FF2B5EF4-FFF2-40B4-BE49-F238E27FC236}">
                  <a16:creationId xmlns:a16="http://schemas.microsoft.com/office/drawing/2014/main" id="{85776D84-F86C-4E7C-AD74-0F30B7C2F61F}"/>
                </a:ext>
              </a:extLst>
            </p:cNvPr>
            <p:cNvSpPr/>
            <p:nvPr/>
          </p:nvSpPr>
          <p:spPr>
            <a:xfrm>
              <a:off x="8572597" y="1633824"/>
              <a:ext cx="720000" cy="180000"/>
            </a:xfrm>
            <a:prstGeom prst="cub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B11D6A8-D472-4485-ACF4-CD8B597E4DE6}"/>
              </a:ext>
            </a:extLst>
          </p:cNvPr>
          <p:cNvGrpSpPr/>
          <p:nvPr/>
        </p:nvGrpSpPr>
        <p:grpSpPr>
          <a:xfrm>
            <a:off x="7629219" y="2904453"/>
            <a:ext cx="917973" cy="3472709"/>
            <a:chOff x="8480524" y="2591982"/>
            <a:chExt cx="917973" cy="3229129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7999AC2C-1DC5-4DC9-9A5E-4A214CDB4F80}"/>
                </a:ext>
              </a:extLst>
            </p:cNvPr>
            <p:cNvSpPr/>
            <p:nvPr/>
          </p:nvSpPr>
          <p:spPr>
            <a:xfrm>
              <a:off x="8480524" y="2591982"/>
              <a:ext cx="917973" cy="322912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立方体 71">
              <a:extLst>
                <a:ext uri="{FF2B5EF4-FFF2-40B4-BE49-F238E27FC236}">
                  <a16:creationId xmlns:a16="http://schemas.microsoft.com/office/drawing/2014/main" id="{97A92822-01C0-4BD7-A5D2-1E4D573464A8}"/>
                </a:ext>
              </a:extLst>
            </p:cNvPr>
            <p:cNvSpPr/>
            <p:nvPr/>
          </p:nvSpPr>
          <p:spPr>
            <a:xfrm>
              <a:off x="8575319" y="2795361"/>
              <a:ext cx="720000" cy="180000"/>
            </a:xfrm>
            <a:prstGeom prst="cube">
              <a:avLst/>
            </a:prstGeom>
            <a:solidFill>
              <a:schemeClr val="accent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立方体 72">
              <a:extLst>
                <a:ext uri="{FF2B5EF4-FFF2-40B4-BE49-F238E27FC236}">
                  <a16:creationId xmlns:a16="http://schemas.microsoft.com/office/drawing/2014/main" id="{7C1BBF39-3A1F-48DE-B08D-4919075A760D}"/>
                </a:ext>
              </a:extLst>
            </p:cNvPr>
            <p:cNvSpPr/>
            <p:nvPr/>
          </p:nvSpPr>
          <p:spPr>
            <a:xfrm>
              <a:off x="8575319" y="3770907"/>
              <a:ext cx="720000" cy="180000"/>
            </a:xfrm>
            <a:prstGeom prst="cube">
              <a:avLst/>
            </a:prstGeom>
            <a:solidFill>
              <a:schemeClr val="accent6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立方体 73">
              <a:extLst>
                <a:ext uri="{FF2B5EF4-FFF2-40B4-BE49-F238E27FC236}">
                  <a16:creationId xmlns:a16="http://schemas.microsoft.com/office/drawing/2014/main" id="{33BBED30-A165-4143-9D43-D0A9922B720E}"/>
                </a:ext>
              </a:extLst>
            </p:cNvPr>
            <p:cNvSpPr/>
            <p:nvPr/>
          </p:nvSpPr>
          <p:spPr>
            <a:xfrm>
              <a:off x="8575319" y="4746453"/>
              <a:ext cx="720000" cy="180000"/>
            </a:xfrm>
            <a:prstGeom prst="cub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立方体 74">
              <a:extLst>
                <a:ext uri="{FF2B5EF4-FFF2-40B4-BE49-F238E27FC236}">
                  <a16:creationId xmlns:a16="http://schemas.microsoft.com/office/drawing/2014/main" id="{F81C2AB9-7219-41BE-AF96-E17710409489}"/>
                </a:ext>
              </a:extLst>
            </p:cNvPr>
            <p:cNvSpPr/>
            <p:nvPr/>
          </p:nvSpPr>
          <p:spPr>
            <a:xfrm>
              <a:off x="8575319" y="3120543"/>
              <a:ext cx="720000" cy="180000"/>
            </a:xfrm>
            <a:prstGeom prst="cube">
              <a:avLst/>
            </a:prstGeom>
            <a:solidFill>
              <a:schemeClr val="accent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立方体 75">
              <a:extLst>
                <a:ext uri="{FF2B5EF4-FFF2-40B4-BE49-F238E27FC236}">
                  <a16:creationId xmlns:a16="http://schemas.microsoft.com/office/drawing/2014/main" id="{8CD995FD-5AFB-428A-AF15-8FBD9EAC35EE}"/>
                </a:ext>
              </a:extLst>
            </p:cNvPr>
            <p:cNvSpPr/>
            <p:nvPr/>
          </p:nvSpPr>
          <p:spPr>
            <a:xfrm>
              <a:off x="8575319" y="3445725"/>
              <a:ext cx="720000" cy="180000"/>
            </a:xfrm>
            <a:prstGeom prst="cube">
              <a:avLst/>
            </a:prstGeom>
            <a:solidFill>
              <a:schemeClr val="accent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立方体 76">
              <a:extLst>
                <a:ext uri="{FF2B5EF4-FFF2-40B4-BE49-F238E27FC236}">
                  <a16:creationId xmlns:a16="http://schemas.microsoft.com/office/drawing/2014/main" id="{F04AB4DD-87F1-4DA8-9F04-77DFCB5183CB}"/>
                </a:ext>
              </a:extLst>
            </p:cNvPr>
            <p:cNvSpPr/>
            <p:nvPr/>
          </p:nvSpPr>
          <p:spPr>
            <a:xfrm>
              <a:off x="8575319" y="4096089"/>
              <a:ext cx="720000" cy="180000"/>
            </a:xfrm>
            <a:prstGeom prst="cube">
              <a:avLst/>
            </a:prstGeom>
            <a:solidFill>
              <a:schemeClr val="accent6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立方体 77">
              <a:extLst>
                <a:ext uri="{FF2B5EF4-FFF2-40B4-BE49-F238E27FC236}">
                  <a16:creationId xmlns:a16="http://schemas.microsoft.com/office/drawing/2014/main" id="{76492778-ED51-40B4-855F-87DE8F3B6C7C}"/>
                </a:ext>
              </a:extLst>
            </p:cNvPr>
            <p:cNvSpPr/>
            <p:nvPr/>
          </p:nvSpPr>
          <p:spPr>
            <a:xfrm>
              <a:off x="8575319" y="4421271"/>
              <a:ext cx="720000" cy="180000"/>
            </a:xfrm>
            <a:prstGeom prst="cube">
              <a:avLst/>
            </a:prstGeom>
            <a:solidFill>
              <a:schemeClr val="accent6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立方体 78">
              <a:extLst>
                <a:ext uri="{FF2B5EF4-FFF2-40B4-BE49-F238E27FC236}">
                  <a16:creationId xmlns:a16="http://schemas.microsoft.com/office/drawing/2014/main" id="{0F831BB8-9AB2-4EFC-941E-72010841DD11}"/>
                </a:ext>
              </a:extLst>
            </p:cNvPr>
            <p:cNvSpPr/>
            <p:nvPr/>
          </p:nvSpPr>
          <p:spPr>
            <a:xfrm>
              <a:off x="8575319" y="5071635"/>
              <a:ext cx="720000" cy="180000"/>
            </a:xfrm>
            <a:prstGeom prst="cub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立方体 79">
              <a:extLst>
                <a:ext uri="{FF2B5EF4-FFF2-40B4-BE49-F238E27FC236}">
                  <a16:creationId xmlns:a16="http://schemas.microsoft.com/office/drawing/2014/main" id="{B5A3A7B1-CCA5-4BBC-8C51-451938D44257}"/>
                </a:ext>
              </a:extLst>
            </p:cNvPr>
            <p:cNvSpPr/>
            <p:nvPr/>
          </p:nvSpPr>
          <p:spPr>
            <a:xfrm>
              <a:off x="8575319" y="5396820"/>
              <a:ext cx="720000" cy="180000"/>
            </a:xfrm>
            <a:prstGeom prst="cub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35B5A739-3FD7-4C8E-9319-BDB40603FE84}"/>
              </a:ext>
            </a:extLst>
          </p:cNvPr>
          <p:cNvCxnSpPr>
            <a:cxnSpLocks/>
          </p:cNvCxnSpPr>
          <p:nvPr/>
        </p:nvCxnSpPr>
        <p:spPr>
          <a:xfrm>
            <a:off x="8550060" y="2484389"/>
            <a:ext cx="463679" cy="75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12C4E42D-EC09-4F99-AD44-BADB84A319D3}"/>
              </a:ext>
            </a:extLst>
          </p:cNvPr>
          <p:cNvCxnSpPr>
            <a:cxnSpLocks/>
          </p:cNvCxnSpPr>
          <p:nvPr/>
        </p:nvCxnSpPr>
        <p:spPr>
          <a:xfrm>
            <a:off x="8566418" y="1719018"/>
            <a:ext cx="463679" cy="75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99C52EA1-7906-4CB8-98B1-9042E1488D3E}"/>
              </a:ext>
            </a:extLst>
          </p:cNvPr>
          <p:cNvCxnSpPr>
            <a:cxnSpLocks/>
          </p:cNvCxnSpPr>
          <p:nvPr/>
        </p:nvCxnSpPr>
        <p:spPr>
          <a:xfrm flipV="1">
            <a:off x="11842284" y="1828635"/>
            <a:ext cx="264471" cy="5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4E7A43D8-7A3C-48DD-8A71-CCC585D2C4EA}"/>
              </a:ext>
            </a:extLst>
          </p:cNvPr>
          <p:cNvCxnSpPr>
            <a:cxnSpLocks/>
          </p:cNvCxnSpPr>
          <p:nvPr/>
        </p:nvCxnSpPr>
        <p:spPr>
          <a:xfrm flipV="1">
            <a:off x="8598247" y="6229443"/>
            <a:ext cx="431850" cy="3444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: 圆角 84">
                <a:extLst>
                  <a:ext uri="{FF2B5EF4-FFF2-40B4-BE49-F238E27FC236}">
                    <a16:creationId xmlns:a16="http://schemas.microsoft.com/office/drawing/2014/main" id="{D7DDC64A-BA7D-4033-B174-13D12259F022}"/>
                  </a:ext>
                </a:extLst>
              </p:cNvPr>
              <p:cNvSpPr/>
              <p:nvPr/>
            </p:nvSpPr>
            <p:spPr>
              <a:xfrm>
                <a:off x="12161765" y="3399640"/>
                <a:ext cx="1215270" cy="840650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Euclid Math One" panose="05050601010101010101" pitchFamily="18" charset="2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</m:t>
                      </m:r>
                      <m:r>
                        <a:rPr lang="en-US" altLang="zh-CN" sz="2400" b="1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𝒄𝒆𝒏𝒕𝒆𝒓</m:t>
                      </m:r>
                    </m:oMath>
                  </m:oMathPara>
                </a14:m>
                <a:endParaRPr lang="en-US" altLang="zh-CN" sz="2400" b="1" baseline="-25000" dirty="0">
                  <a:solidFill>
                    <a:schemeClr val="tx1"/>
                  </a:solidFill>
                  <a:latin typeface="Euclid Math One" panose="05050601010101010101" pitchFamily="18" charset="2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5" name="矩形: 圆角 84">
                <a:extLst>
                  <a:ext uri="{FF2B5EF4-FFF2-40B4-BE49-F238E27FC236}">
                    <a16:creationId xmlns:a16="http://schemas.microsoft.com/office/drawing/2014/main" id="{D7DDC64A-BA7D-4033-B174-13D12259F0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765" y="3399640"/>
                <a:ext cx="1215270" cy="840650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FF5EB465-1684-4781-9F41-08EC598AE0BD}"/>
              </a:ext>
            </a:extLst>
          </p:cNvPr>
          <p:cNvCxnSpPr>
            <a:cxnSpLocks/>
            <a:stCxn id="85" idx="3"/>
            <a:endCxn id="30" idx="2"/>
          </p:cNvCxnSpPr>
          <p:nvPr/>
        </p:nvCxnSpPr>
        <p:spPr>
          <a:xfrm>
            <a:off x="13377035" y="3819965"/>
            <a:ext cx="888987" cy="96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57A3FF1E-A81E-4206-8712-91EA12972E33}"/>
              </a:ext>
            </a:extLst>
          </p:cNvPr>
          <p:cNvCxnSpPr>
            <a:cxnSpLocks/>
            <a:stCxn id="91" idx="2"/>
            <a:endCxn id="30" idx="0"/>
          </p:cNvCxnSpPr>
          <p:nvPr/>
        </p:nvCxnSpPr>
        <p:spPr>
          <a:xfrm flipH="1">
            <a:off x="14404622" y="2214179"/>
            <a:ext cx="4080" cy="14732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7B03F8D8-2DE0-410A-9822-6844BB58294D}"/>
              </a:ext>
            </a:extLst>
          </p:cNvPr>
          <p:cNvCxnSpPr>
            <a:cxnSpLocks/>
            <a:stCxn id="92" idx="0"/>
            <a:endCxn id="30" idx="4"/>
          </p:cNvCxnSpPr>
          <p:nvPr/>
        </p:nvCxnSpPr>
        <p:spPr>
          <a:xfrm flipH="1" flipV="1">
            <a:off x="14404622" y="3971811"/>
            <a:ext cx="18594" cy="18074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5E4008E3-3A90-48CC-96C8-240F907974C0}"/>
              </a:ext>
            </a:extLst>
          </p:cNvPr>
          <p:cNvSpPr/>
          <p:nvPr/>
        </p:nvSpPr>
        <p:spPr>
          <a:xfrm>
            <a:off x="13552175" y="961409"/>
            <a:ext cx="1648378" cy="374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 Loss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38D128C-B11A-4FFE-A020-773246DA1942}"/>
              </a:ext>
            </a:extLst>
          </p:cNvPr>
          <p:cNvSpPr/>
          <p:nvPr/>
        </p:nvSpPr>
        <p:spPr>
          <a:xfrm>
            <a:off x="13613216" y="6602547"/>
            <a:ext cx="1791357" cy="2924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: 圆角 90">
                <a:extLst>
                  <a:ext uri="{FF2B5EF4-FFF2-40B4-BE49-F238E27FC236}">
                    <a16:creationId xmlns:a16="http://schemas.microsoft.com/office/drawing/2014/main" id="{B4F79332-3BE8-4250-BFAF-B3337D209A1A}"/>
                  </a:ext>
                </a:extLst>
              </p:cNvPr>
              <p:cNvSpPr/>
              <p:nvPr/>
            </p:nvSpPr>
            <p:spPr>
              <a:xfrm>
                <a:off x="13801067" y="1373529"/>
                <a:ext cx="1215270" cy="840650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chemeClr val="tx1"/>
                    </a:solidFill>
                    <a:latin typeface="Euclid Math One" panose="05050601010101010101" pitchFamily="18" charset="2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</a:t>
                </a:r>
                <a14:m>
                  <m:oMath xmlns:m="http://schemas.openxmlformats.org/officeDocument/2006/math">
                    <m:r>
                      <a:rPr lang="en-US" altLang="zh-CN" sz="2400" b="1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𝒇𝒆𝒘</m:t>
                    </m:r>
                  </m:oMath>
                </a14:m>
                <a:endParaRPr lang="en-US" altLang="zh-CN" sz="2400" b="1" baseline="-25000" dirty="0">
                  <a:solidFill>
                    <a:schemeClr val="tx1"/>
                  </a:solidFill>
                  <a:latin typeface="Euclid Math One" panose="05050601010101010101" pitchFamily="18" charset="2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矩形: 圆角 90">
                <a:extLst>
                  <a:ext uri="{FF2B5EF4-FFF2-40B4-BE49-F238E27FC236}">
                    <a16:creationId xmlns:a16="http://schemas.microsoft.com/office/drawing/2014/main" id="{B4F79332-3BE8-4250-BFAF-B3337D209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1067" y="1373529"/>
                <a:ext cx="1215270" cy="840650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CEBEC5F3-C740-4882-883D-F81D1F70ECBF}"/>
                  </a:ext>
                </a:extLst>
              </p:cNvPr>
              <p:cNvSpPr/>
              <p:nvPr/>
            </p:nvSpPr>
            <p:spPr>
              <a:xfrm>
                <a:off x="13815581" y="5779241"/>
                <a:ext cx="1215270" cy="797377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chemeClr val="tx1"/>
                    </a:solidFill>
                    <a:latin typeface="Euclid Math One" panose="05050601010101010101" pitchFamily="18" charset="2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</a:t>
                </a:r>
                <a14:m>
                  <m:oMath xmlns:m="http://schemas.openxmlformats.org/officeDocument/2006/math">
                    <m:r>
                      <a:rPr lang="en-US" altLang="zh-CN" sz="2400" b="1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𝒈𝒍𝒐𝒃𝒂𝒍</m:t>
                    </m:r>
                  </m:oMath>
                </a14:m>
                <a:endParaRPr lang="en-US" altLang="zh-CN" sz="2400" b="1" baseline="-25000" dirty="0">
                  <a:solidFill>
                    <a:schemeClr val="tx1"/>
                  </a:solidFill>
                  <a:latin typeface="Euclid Math One" panose="05050601010101010101" pitchFamily="18" charset="2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CEBEC5F3-C740-4882-883D-F81D1F70E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5581" y="5779241"/>
                <a:ext cx="1215270" cy="797377"/>
              </a:xfrm>
              <a:prstGeom prst="roundRect">
                <a:avLst/>
              </a:prstGeom>
              <a:blipFill>
                <a:blip r:embed="rId17"/>
                <a:stretch>
                  <a:fillRect l="-1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矩形 92">
            <a:extLst>
              <a:ext uri="{FF2B5EF4-FFF2-40B4-BE49-F238E27FC236}">
                <a16:creationId xmlns:a16="http://schemas.microsoft.com/office/drawing/2014/main" id="{490DDDBC-6C6F-4AC9-84A2-999D9BD6B1F0}"/>
              </a:ext>
            </a:extLst>
          </p:cNvPr>
          <p:cNvSpPr/>
          <p:nvPr/>
        </p:nvSpPr>
        <p:spPr>
          <a:xfrm>
            <a:off x="12072157" y="2994180"/>
            <a:ext cx="1414259" cy="374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 Loss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92F1DE9A-6334-429C-8CC7-C5DB760F7A4F}"/>
              </a:ext>
            </a:extLst>
          </p:cNvPr>
          <p:cNvCxnSpPr>
            <a:cxnSpLocks/>
          </p:cNvCxnSpPr>
          <p:nvPr/>
        </p:nvCxnSpPr>
        <p:spPr>
          <a:xfrm flipV="1">
            <a:off x="11829584" y="3819965"/>
            <a:ext cx="319481" cy="5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D843B363-B278-4AE1-9444-C042B7A6A6E9}"/>
              </a:ext>
            </a:extLst>
          </p:cNvPr>
          <p:cNvCxnSpPr>
            <a:cxnSpLocks/>
          </p:cNvCxnSpPr>
          <p:nvPr/>
        </p:nvCxnSpPr>
        <p:spPr>
          <a:xfrm>
            <a:off x="13458398" y="1808304"/>
            <a:ext cx="3096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770">
            <a:extLst>
              <a:ext uri="{FF2B5EF4-FFF2-40B4-BE49-F238E27FC236}">
                <a16:creationId xmlns:a16="http://schemas.microsoft.com/office/drawing/2014/main" id="{8DA31711-7F1F-48C6-8000-504D880BC39F}"/>
              </a:ext>
            </a:extLst>
          </p:cNvPr>
          <p:cNvSpPr txBox="1"/>
          <p:nvPr/>
        </p:nvSpPr>
        <p:spPr>
          <a:xfrm>
            <a:off x="2903975" y="33814"/>
            <a:ext cx="3860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Dual-Stream Attention Module</a:t>
            </a:r>
            <a:endParaRPr lang="zh-CN" altLang="en-US" sz="2000" b="1" dirty="0"/>
          </a:p>
        </p:txBody>
      </p:sp>
      <p:sp>
        <p:nvSpPr>
          <p:cNvPr id="97" name="文本框 771">
            <a:extLst>
              <a:ext uri="{FF2B5EF4-FFF2-40B4-BE49-F238E27FC236}">
                <a16:creationId xmlns:a16="http://schemas.microsoft.com/office/drawing/2014/main" id="{C8F3E56D-CF24-4B92-82A3-638EEB14AFB1}"/>
              </a:ext>
            </a:extLst>
          </p:cNvPr>
          <p:cNvSpPr txBox="1"/>
          <p:nvPr/>
        </p:nvSpPr>
        <p:spPr>
          <a:xfrm>
            <a:off x="-2140119" y="6202"/>
            <a:ext cx="1151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endParaRPr lang="zh-CN" altLang="en-US" sz="2000" b="1" dirty="0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B3FA2B1C-E66E-446F-A96F-13537A09D3E9}"/>
              </a:ext>
            </a:extLst>
          </p:cNvPr>
          <p:cNvCxnSpPr>
            <a:cxnSpLocks/>
          </p:cNvCxnSpPr>
          <p:nvPr/>
        </p:nvCxnSpPr>
        <p:spPr>
          <a:xfrm>
            <a:off x="13443625" y="6215671"/>
            <a:ext cx="3098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31058AD-53A1-4DCA-8EEB-0B168C3F2D6A}"/>
              </a:ext>
            </a:extLst>
          </p:cNvPr>
          <p:cNvCxnSpPr>
            <a:cxnSpLocks/>
          </p:cNvCxnSpPr>
          <p:nvPr/>
        </p:nvCxnSpPr>
        <p:spPr>
          <a:xfrm>
            <a:off x="258385" y="1475784"/>
            <a:ext cx="294197" cy="75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7F7CBAF7-2904-43D2-B9FD-13FC5B742429}"/>
              </a:ext>
            </a:extLst>
          </p:cNvPr>
          <p:cNvCxnSpPr>
            <a:cxnSpLocks/>
          </p:cNvCxnSpPr>
          <p:nvPr/>
        </p:nvCxnSpPr>
        <p:spPr>
          <a:xfrm>
            <a:off x="1843872" y="1418480"/>
            <a:ext cx="294197" cy="75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5425E6E6-4E07-4C3B-8513-3BEA1D93345A}"/>
              </a:ext>
            </a:extLst>
          </p:cNvPr>
          <p:cNvCxnSpPr>
            <a:cxnSpLocks/>
          </p:cNvCxnSpPr>
          <p:nvPr/>
        </p:nvCxnSpPr>
        <p:spPr>
          <a:xfrm>
            <a:off x="1831172" y="5533894"/>
            <a:ext cx="294197" cy="75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>
            <a:extLst>
              <a:ext uri="{FF2B5EF4-FFF2-40B4-BE49-F238E27FC236}">
                <a16:creationId xmlns:a16="http://schemas.microsoft.com/office/drawing/2014/main" id="{71DD7AF8-E3AD-4A65-A93E-96BCB5F3676A}"/>
              </a:ext>
            </a:extLst>
          </p:cNvPr>
          <p:cNvSpPr/>
          <p:nvPr/>
        </p:nvSpPr>
        <p:spPr>
          <a:xfrm>
            <a:off x="-3222701" y="2060009"/>
            <a:ext cx="1411497" cy="766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footed Albatross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298A5A7-0201-4913-8F11-4F2761DE2B69}"/>
              </a:ext>
            </a:extLst>
          </p:cNvPr>
          <p:cNvSpPr/>
          <p:nvPr/>
        </p:nvSpPr>
        <p:spPr>
          <a:xfrm>
            <a:off x="-2074410" y="2060009"/>
            <a:ext cx="1044452" cy="347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6FAF792B-2E38-4BE0-B818-EAFF6007A061}"/>
              </a:ext>
            </a:extLst>
          </p:cNvPr>
          <p:cNvSpPr/>
          <p:nvPr/>
        </p:nvSpPr>
        <p:spPr>
          <a:xfrm>
            <a:off x="-2035127" y="2060009"/>
            <a:ext cx="1208267" cy="793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Laysan Albatross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3EECAA4-9196-448B-9ABC-CB13D0B14135}"/>
              </a:ext>
            </a:extLst>
          </p:cNvPr>
          <p:cNvSpPr/>
          <p:nvPr/>
        </p:nvSpPr>
        <p:spPr>
          <a:xfrm>
            <a:off x="10046099" y="778565"/>
            <a:ext cx="719654" cy="32637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035F1C11-41EB-4E2B-8C8B-171A93D9F458}"/>
              </a:ext>
            </a:extLst>
          </p:cNvPr>
          <p:cNvSpPr/>
          <p:nvPr/>
        </p:nvSpPr>
        <p:spPr>
          <a:xfrm>
            <a:off x="9315184" y="824565"/>
            <a:ext cx="1802544" cy="1132594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BD784847-D524-455E-8075-64AF8D8CA1BE}"/>
              </a:ext>
            </a:extLst>
          </p:cNvPr>
          <p:cNvSpPr/>
          <p:nvPr/>
        </p:nvSpPr>
        <p:spPr>
          <a:xfrm>
            <a:off x="9066739" y="676175"/>
            <a:ext cx="2730980" cy="28559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866570D5-CF08-4023-905C-2E7CECF449EC}"/>
              </a:ext>
            </a:extLst>
          </p:cNvPr>
          <p:cNvSpPr/>
          <p:nvPr/>
        </p:nvSpPr>
        <p:spPr>
          <a:xfrm>
            <a:off x="9180478" y="2170719"/>
            <a:ext cx="2512422" cy="1259804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50073E7A-220F-4757-BF52-DC1AC7007CC1}"/>
              </a:ext>
            </a:extLst>
          </p:cNvPr>
          <p:cNvSpPr/>
          <p:nvPr/>
        </p:nvSpPr>
        <p:spPr>
          <a:xfrm>
            <a:off x="9180477" y="781617"/>
            <a:ext cx="2502789" cy="1202698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902805A2-1570-4D6D-9E0A-F9CB8BE0B5C4}"/>
              </a:ext>
            </a:extLst>
          </p:cNvPr>
          <p:cNvGrpSpPr/>
          <p:nvPr/>
        </p:nvGrpSpPr>
        <p:grpSpPr>
          <a:xfrm rot="5400000">
            <a:off x="10364872" y="1957467"/>
            <a:ext cx="40399" cy="218880"/>
            <a:chOff x="4401449" y="2691146"/>
            <a:chExt cx="36000" cy="218880"/>
          </a:xfrm>
        </p:grpSpPr>
        <p:sp>
          <p:nvSpPr>
            <p:cNvPr id="141" name="流程图: 接点 140">
              <a:extLst>
                <a:ext uri="{FF2B5EF4-FFF2-40B4-BE49-F238E27FC236}">
                  <a16:creationId xmlns:a16="http://schemas.microsoft.com/office/drawing/2014/main" id="{EAB8B592-8741-4D83-A5EA-1858824F128A}"/>
                </a:ext>
              </a:extLst>
            </p:cNvPr>
            <p:cNvSpPr/>
            <p:nvPr/>
          </p:nvSpPr>
          <p:spPr>
            <a:xfrm>
              <a:off x="4401449" y="2691146"/>
              <a:ext cx="36000" cy="36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/>
            </a:p>
          </p:txBody>
        </p:sp>
        <p:sp>
          <p:nvSpPr>
            <p:cNvPr id="142" name="流程图: 接点 141">
              <a:extLst>
                <a:ext uri="{FF2B5EF4-FFF2-40B4-BE49-F238E27FC236}">
                  <a16:creationId xmlns:a16="http://schemas.microsoft.com/office/drawing/2014/main" id="{BD9D088F-6887-4C44-925C-D27D9B3D5B69}"/>
                </a:ext>
              </a:extLst>
            </p:cNvPr>
            <p:cNvSpPr/>
            <p:nvPr/>
          </p:nvSpPr>
          <p:spPr>
            <a:xfrm rot="5730113">
              <a:off x="4399250" y="2784546"/>
              <a:ext cx="40399" cy="3208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/>
            </a:p>
          </p:txBody>
        </p:sp>
        <p:sp>
          <p:nvSpPr>
            <p:cNvPr id="143" name="流程图: 接点 142">
              <a:extLst>
                <a:ext uri="{FF2B5EF4-FFF2-40B4-BE49-F238E27FC236}">
                  <a16:creationId xmlns:a16="http://schemas.microsoft.com/office/drawing/2014/main" id="{8559CA7B-8D74-4CC5-9458-1E0B77955E46}"/>
                </a:ext>
              </a:extLst>
            </p:cNvPr>
            <p:cNvSpPr/>
            <p:nvPr/>
          </p:nvSpPr>
          <p:spPr>
            <a:xfrm>
              <a:off x="4401449" y="2874026"/>
              <a:ext cx="36000" cy="36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/>
            </a:p>
          </p:txBody>
        </p:sp>
      </p:grp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5C6F9380-9C8A-4170-A7FA-1CA84D4CFE46}"/>
              </a:ext>
            </a:extLst>
          </p:cNvPr>
          <p:cNvSpPr/>
          <p:nvPr/>
        </p:nvSpPr>
        <p:spPr>
          <a:xfrm>
            <a:off x="11316650" y="894059"/>
            <a:ext cx="300587" cy="990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流程图: 接点 117">
            <a:extLst>
              <a:ext uri="{FF2B5EF4-FFF2-40B4-BE49-F238E27FC236}">
                <a16:creationId xmlns:a16="http://schemas.microsoft.com/office/drawing/2014/main" id="{218F9010-B5B7-428F-ACB7-29D70B33E660}"/>
              </a:ext>
            </a:extLst>
          </p:cNvPr>
          <p:cNvSpPr/>
          <p:nvPr/>
        </p:nvSpPr>
        <p:spPr>
          <a:xfrm>
            <a:off x="11406872" y="999790"/>
            <a:ext cx="121197" cy="108000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/>
          </a:p>
        </p:txBody>
      </p:sp>
      <p:sp>
        <p:nvSpPr>
          <p:cNvPr id="119" name="流程图: 接点 118">
            <a:extLst>
              <a:ext uri="{FF2B5EF4-FFF2-40B4-BE49-F238E27FC236}">
                <a16:creationId xmlns:a16="http://schemas.microsoft.com/office/drawing/2014/main" id="{0AC30605-68F1-4D90-97D0-C3F3790CC03E}"/>
              </a:ext>
            </a:extLst>
          </p:cNvPr>
          <p:cNvSpPr/>
          <p:nvPr/>
        </p:nvSpPr>
        <p:spPr>
          <a:xfrm>
            <a:off x="11406872" y="1319547"/>
            <a:ext cx="121197" cy="108000"/>
          </a:xfrm>
          <a:prstGeom prst="flowChartConnector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/>
          </a:p>
        </p:txBody>
      </p:sp>
      <p:sp>
        <p:nvSpPr>
          <p:cNvPr id="120" name="流程图: 接点 119">
            <a:extLst>
              <a:ext uri="{FF2B5EF4-FFF2-40B4-BE49-F238E27FC236}">
                <a16:creationId xmlns:a16="http://schemas.microsoft.com/office/drawing/2014/main" id="{FC83078B-E8D6-46BC-81CC-458C34602032}"/>
              </a:ext>
            </a:extLst>
          </p:cNvPr>
          <p:cNvSpPr/>
          <p:nvPr/>
        </p:nvSpPr>
        <p:spPr>
          <a:xfrm>
            <a:off x="11406872" y="1639305"/>
            <a:ext cx="121197" cy="108000"/>
          </a:xfrm>
          <a:prstGeom prst="flowChartConnector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/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6A4BA546-49D8-47BA-BED8-7DFBE37D1069}"/>
              </a:ext>
            </a:extLst>
          </p:cNvPr>
          <p:cNvSpPr/>
          <p:nvPr/>
        </p:nvSpPr>
        <p:spPr>
          <a:xfrm>
            <a:off x="11299892" y="2275811"/>
            <a:ext cx="300587" cy="9901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流程图: 接点 121">
            <a:extLst>
              <a:ext uri="{FF2B5EF4-FFF2-40B4-BE49-F238E27FC236}">
                <a16:creationId xmlns:a16="http://schemas.microsoft.com/office/drawing/2014/main" id="{91F71502-FCB6-4C92-9F9F-4634C46448FD}"/>
              </a:ext>
            </a:extLst>
          </p:cNvPr>
          <p:cNvSpPr/>
          <p:nvPr/>
        </p:nvSpPr>
        <p:spPr>
          <a:xfrm>
            <a:off x="11390114" y="2381542"/>
            <a:ext cx="121197" cy="108000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/>
          </a:p>
        </p:txBody>
      </p:sp>
      <p:sp>
        <p:nvSpPr>
          <p:cNvPr id="123" name="流程图: 接点 122">
            <a:extLst>
              <a:ext uri="{FF2B5EF4-FFF2-40B4-BE49-F238E27FC236}">
                <a16:creationId xmlns:a16="http://schemas.microsoft.com/office/drawing/2014/main" id="{A9C8E05F-3F14-4984-9F71-8EBF8215357F}"/>
              </a:ext>
            </a:extLst>
          </p:cNvPr>
          <p:cNvSpPr/>
          <p:nvPr/>
        </p:nvSpPr>
        <p:spPr>
          <a:xfrm>
            <a:off x="11390114" y="2701299"/>
            <a:ext cx="121197" cy="108000"/>
          </a:xfrm>
          <a:prstGeom prst="flowChartConnector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/>
          </a:p>
        </p:txBody>
      </p:sp>
      <p:sp>
        <p:nvSpPr>
          <p:cNvPr id="124" name="流程图: 接点 123">
            <a:extLst>
              <a:ext uri="{FF2B5EF4-FFF2-40B4-BE49-F238E27FC236}">
                <a16:creationId xmlns:a16="http://schemas.microsoft.com/office/drawing/2014/main" id="{BE5BAE52-559C-439B-A3F4-13CD85AE972A}"/>
              </a:ext>
            </a:extLst>
          </p:cNvPr>
          <p:cNvSpPr/>
          <p:nvPr/>
        </p:nvSpPr>
        <p:spPr>
          <a:xfrm>
            <a:off x="11390114" y="3021057"/>
            <a:ext cx="121197" cy="108000"/>
          </a:xfrm>
          <a:prstGeom prst="flowChartConnector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BC4004F7-32F0-4D16-98AC-102C3902F369}"/>
              </a:ext>
            </a:extLst>
          </p:cNvPr>
          <p:cNvSpPr/>
          <p:nvPr/>
        </p:nvSpPr>
        <p:spPr>
          <a:xfrm>
            <a:off x="9282582" y="833518"/>
            <a:ext cx="1751561" cy="1090265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立方体 125">
            <a:extLst>
              <a:ext uri="{FF2B5EF4-FFF2-40B4-BE49-F238E27FC236}">
                <a16:creationId xmlns:a16="http://schemas.microsoft.com/office/drawing/2014/main" id="{6313134E-8339-4240-AD01-F94F108BAE02}"/>
              </a:ext>
            </a:extLst>
          </p:cNvPr>
          <p:cNvSpPr/>
          <p:nvPr/>
        </p:nvSpPr>
        <p:spPr>
          <a:xfrm>
            <a:off x="9335203" y="1116768"/>
            <a:ext cx="807981" cy="180000"/>
          </a:xfrm>
          <a:prstGeom prst="cube">
            <a:avLst/>
          </a:prstGeom>
          <a:solidFill>
            <a:schemeClr val="accent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立方体 126">
            <a:extLst>
              <a:ext uri="{FF2B5EF4-FFF2-40B4-BE49-F238E27FC236}">
                <a16:creationId xmlns:a16="http://schemas.microsoft.com/office/drawing/2014/main" id="{2EA6DB07-0744-4214-A344-70D49C6B3F6B}"/>
              </a:ext>
            </a:extLst>
          </p:cNvPr>
          <p:cNvSpPr/>
          <p:nvPr/>
        </p:nvSpPr>
        <p:spPr>
          <a:xfrm>
            <a:off x="9349069" y="1385063"/>
            <a:ext cx="807981" cy="131715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立方体 127">
            <a:extLst>
              <a:ext uri="{FF2B5EF4-FFF2-40B4-BE49-F238E27FC236}">
                <a16:creationId xmlns:a16="http://schemas.microsoft.com/office/drawing/2014/main" id="{47BB3E0F-924B-43C9-8D48-5F374A463B2A}"/>
              </a:ext>
            </a:extLst>
          </p:cNvPr>
          <p:cNvSpPr/>
          <p:nvPr/>
        </p:nvSpPr>
        <p:spPr>
          <a:xfrm>
            <a:off x="9335203" y="1606107"/>
            <a:ext cx="807981" cy="180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立方体 128">
            <a:extLst>
              <a:ext uri="{FF2B5EF4-FFF2-40B4-BE49-F238E27FC236}">
                <a16:creationId xmlns:a16="http://schemas.microsoft.com/office/drawing/2014/main" id="{3E1B41F4-3649-4783-B8C4-0E94D73CBDD1}"/>
              </a:ext>
            </a:extLst>
          </p:cNvPr>
          <p:cNvSpPr/>
          <p:nvPr/>
        </p:nvSpPr>
        <p:spPr>
          <a:xfrm>
            <a:off x="10179738" y="1361433"/>
            <a:ext cx="807981" cy="180000"/>
          </a:xfrm>
          <a:prstGeom prst="cube">
            <a:avLst/>
          </a:prstGeom>
          <a:solidFill>
            <a:schemeClr val="accent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立方体 129">
            <a:extLst>
              <a:ext uri="{FF2B5EF4-FFF2-40B4-BE49-F238E27FC236}">
                <a16:creationId xmlns:a16="http://schemas.microsoft.com/office/drawing/2014/main" id="{7168DC8E-E935-4F43-8695-E1723FE6C171}"/>
              </a:ext>
            </a:extLst>
          </p:cNvPr>
          <p:cNvSpPr/>
          <p:nvPr/>
        </p:nvSpPr>
        <p:spPr>
          <a:xfrm>
            <a:off x="10191162" y="1606671"/>
            <a:ext cx="807981" cy="180000"/>
          </a:xfrm>
          <a:prstGeom prst="cube">
            <a:avLst/>
          </a:prstGeom>
          <a:solidFill>
            <a:schemeClr val="accent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立方体 130">
            <a:extLst>
              <a:ext uri="{FF2B5EF4-FFF2-40B4-BE49-F238E27FC236}">
                <a16:creationId xmlns:a16="http://schemas.microsoft.com/office/drawing/2014/main" id="{790361CF-F96F-4FAF-8696-38DE7768A27F}"/>
              </a:ext>
            </a:extLst>
          </p:cNvPr>
          <p:cNvSpPr/>
          <p:nvPr/>
        </p:nvSpPr>
        <p:spPr>
          <a:xfrm>
            <a:off x="10191162" y="1098811"/>
            <a:ext cx="807981" cy="180000"/>
          </a:xfrm>
          <a:prstGeom prst="cube">
            <a:avLst/>
          </a:prstGeom>
          <a:solidFill>
            <a:schemeClr val="accent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D67A8EA9-A618-4677-B18E-0A1F14C9F51F}"/>
              </a:ext>
            </a:extLst>
          </p:cNvPr>
          <p:cNvSpPr/>
          <p:nvPr/>
        </p:nvSpPr>
        <p:spPr>
          <a:xfrm>
            <a:off x="9267501" y="2255345"/>
            <a:ext cx="1751561" cy="1090265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立方体 132">
            <a:extLst>
              <a:ext uri="{FF2B5EF4-FFF2-40B4-BE49-F238E27FC236}">
                <a16:creationId xmlns:a16="http://schemas.microsoft.com/office/drawing/2014/main" id="{F36D2893-8EEA-4EAA-8ACE-B602839E423D}"/>
              </a:ext>
            </a:extLst>
          </p:cNvPr>
          <p:cNvSpPr/>
          <p:nvPr/>
        </p:nvSpPr>
        <p:spPr>
          <a:xfrm>
            <a:off x="9295689" y="2511117"/>
            <a:ext cx="807981" cy="180000"/>
          </a:xfrm>
          <a:prstGeom prst="cube">
            <a:avLst/>
          </a:prstGeom>
          <a:solidFill>
            <a:schemeClr val="accent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立方体 133">
            <a:extLst>
              <a:ext uri="{FF2B5EF4-FFF2-40B4-BE49-F238E27FC236}">
                <a16:creationId xmlns:a16="http://schemas.microsoft.com/office/drawing/2014/main" id="{6241F2B6-9BAE-4B35-90C3-79C418B86086}"/>
              </a:ext>
            </a:extLst>
          </p:cNvPr>
          <p:cNvSpPr/>
          <p:nvPr/>
        </p:nvSpPr>
        <p:spPr>
          <a:xfrm>
            <a:off x="9295689" y="2771744"/>
            <a:ext cx="807981" cy="180000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立方体 134">
            <a:extLst>
              <a:ext uri="{FF2B5EF4-FFF2-40B4-BE49-F238E27FC236}">
                <a16:creationId xmlns:a16="http://schemas.microsoft.com/office/drawing/2014/main" id="{716DBA29-D68C-4784-BB91-EBFB35EC2281}"/>
              </a:ext>
            </a:extLst>
          </p:cNvPr>
          <p:cNvSpPr/>
          <p:nvPr/>
        </p:nvSpPr>
        <p:spPr>
          <a:xfrm>
            <a:off x="9295689" y="3011301"/>
            <a:ext cx="807981" cy="180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立方体 135">
            <a:extLst>
              <a:ext uri="{FF2B5EF4-FFF2-40B4-BE49-F238E27FC236}">
                <a16:creationId xmlns:a16="http://schemas.microsoft.com/office/drawing/2014/main" id="{3835BD01-7E18-480B-B40A-0417A1028E44}"/>
              </a:ext>
            </a:extLst>
          </p:cNvPr>
          <p:cNvSpPr/>
          <p:nvPr/>
        </p:nvSpPr>
        <p:spPr>
          <a:xfrm>
            <a:off x="10173369" y="2496166"/>
            <a:ext cx="807981" cy="180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立方体 136">
            <a:extLst>
              <a:ext uri="{FF2B5EF4-FFF2-40B4-BE49-F238E27FC236}">
                <a16:creationId xmlns:a16="http://schemas.microsoft.com/office/drawing/2014/main" id="{87ABD4A3-E324-4B6A-B945-62945A66E1B6}"/>
              </a:ext>
            </a:extLst>
          </p:cNvPr>
          <p:cNvSpPr/>
          <p:nvPr/>
        </p:nvSpPr>
        <p:spPr>
          <a:xfrm>
            <a:off x="10193892" y="2759814"/>
            <a:ext cx="807981" cy="180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立方体 137">
            <a:extLst>
              <a:ext uri="{FF2B5EF4-FFF2-40B4-BE49-F238E27FC236}">
                <a16:creationId xmlns:a16="http://schemas.microsoft.com/office/drawing/2014/main" id="{6A02B286-21C4-49EC-A3B7-696546CBB0BF}"/>
              </a:ext>
            </a:extLst>
          </p:cNvPr>
          <p:cNvSpPr/>
          <p:nvPr/>
        </p:nvSpPr>
        <p:spPr>
          <a:xfrm>
            <a:off x="10183772" y="3002518"/>
            <a:ext cx="807981" cy="180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BDE57CA6-0309-4C2B-AC5E-1BE36B56E637}"/>
              </a:ext>
            </a:extLst>
          </p:cNvPr>
          <p:cNvCxnSpPr>
            <a:cxnSpLocks/>
          </p:cNvCxnSpPr>
          <p:nvPr/>
        </p:nvCxnSpPr>
        <p:spPr>
          <a:xfrm>
            <a:off x="11079587" y="1375352"/>
            <a:ext cx="2189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EFDA528C-9B5A-425C-BEE6-D11A612EE6F2}"/>
              </a:ext>
            </a:extLst>
          </p:cNvPr>
          <p:cNvCxnSpPr>
            <a:cxnSpLocks/>
          </p:cNvCxnSpPr>
          <p:nvPr/>
        </p:nvCxnSpPr>
        <p:spPr>
          <a:xfrm>
            <a:off x="11057451" y="2769627"/>
            <a:ext cx="2189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154EBF42-1DC5-421A-8E16-C5600265F2DC}"/>
              </a:ext>
            </a:extLst>
          </p:cNvPr>
          <p:cNvSpPr/>
          <p:nvPr/>
        </p:nvSpPr>
        <p:spPr>
          <a:xfrm>
            <a:off x="9229915" y="791351"/>
            <a:ext cx="926337" cy="32637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F09831B-DB31-4AB6-B236-3670B00B3A1D}"/>
              </a:ext>
            </a:extLst>
          </p:cNvPr>
          <p:cNvSpPr/>
          <p:nvPr/>
        </p:nvSpPr>
        <p:spPr>
          <a:xfrm>
            <a:off x="10220766" y="801706"/>
            <a:ext cx="740780" cy="32637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0F20127-2DD5-4350-B765-ACD8D2074D9D}"/>
              </a:ext>
            </a:extLst>
          </p:cNvPr>
          <p:cNvSpPr/>
          <p:nvPr/>
        </p:nvSpPr>
        <p:spPr>
          <a:xfrm>
            <a:off x="9227891" y="2199755"/>
            <a:ext cx="926337" cy="32637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DD5C4CEE-FF2F-4F55-968F-0D800DC690EC}"/>
              </a:ext>
            </a:extLst>
          </p:cNvPr>
          <p:cNvSpPr/>
          <p:nvPr/>
        </p:nvSpPr>
        <p:spPr>
          <a:xfrm>
            <a:off x="10216143" y="2208309"/>
            <a:ext cx="740780" cy="32637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89572854-F218-4287-9ABA-F7B112746B1D}"/>
              </a:ext>
            </a:extLst>
          </p:cNvPr>
          <p:cNvSpPr/>
          <p:nvPr/>
        </p:nvSpPr>
        <p:spPr>
          <a:xfrm>
            <a:off x="-1024748" y="2060009"/>
            <a:ext cx="1208267" cy="793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Parakeet   Aukletss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51BBF03A-489A-4978-B811-6D41B536294E}"/>
              </a:ext>
            </a:extLst>
          </p:cNvPr>
          <p:cNvSpPr/>
          <p:nvPr/>
        </p:nvSpPr>
        <p:spPr>
          <a:xfrm>
            <a:off x="-3290290" y="4095774"/>
            <a:ext cx="1411497" cy="766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footed Albatross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C5C15E9B-24D0-4233-AC7B-3216DEB19FD9}"/>
              </a:ext>
            </a:extLst>
          </p:cNvPr>
          <p:cNvSpPr/>
          <p:nvPr/>
        </p:nvSpPr>
        <p:spPr>
          <a:xfrm>
            <a:off x="-2094388" y="4072143"/>
            <a:ext cx="1208267" cy="793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Laysan Albatross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2EBD7F87-145A-4482-9F78-432F7300A604}"/>
              </a:ext>
            </a:extLst>
          </p:cNvPr>
          <p:cNvSpPr/>
          <p:nvPr/>
        </p:nvSpPr>
        <p:spPr>
          <a:xfrm>
            <a:off x="-1068218" y="4107613"/>
            <a:ext cx="1208267" cy="793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Parakeet   Aukletss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A86CA62D-8A18-4905-A09B-0D877D0BEE9D}"/>
              </a:ext>
            </a:extLst>
          </p:cNvPr>
          <p:cNvSpPr/>
          <p:nvPr/>
        </p:nvSpPr>
        <p:spPr>
          <a:xfrm>
            <a:off x="12129165" y="5779242"/>
            <a:ext cx="1215270" cy="82772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AA10DB82-5177-42C1-B0D6-4D43E8B86900}"/>
              </a:ext>
            </a:extLst>
          </p:cNvPr>
          <p:cNvCxnSpPr>
            <a:cxnSpLocks/>
          </p:cNvCxnSpPr>
          <p:nvPr/>
        </p:nvCxnSpPr>
        <p:spPr>
          <a:xfrm flipV="1">
            <a:off x="11827770" y="6215671"/>
            <a:ext cx="264471" cy="5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CB175F2B-1E99-4E8D-84E9-109AF81BBE52}"/>
              </a:ext>
            </a:extLst>
          </p:cNvPr>
          <p:cNvCxnSpPr>
            <a:cxnSpLocks/>
          </p:cNvCxnSpPr>
          <p:nvPr/>
        </p:nvCxnSpPr>
        <p:spPr>
          <a:xfrm>
            <a:off x="7010558" y="2656730"/>
            <a:ext cx="294197" cy="75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F8E6771E-50C1-4802-AB14-13E608853D4D}"/>
              </a:ext>
            </a:extLst>
          </p:cNvPr>
          <p:cNvCxnSpPr>
            <a:cxnSpLocks/>
          </p:cNvCxnSpPr>
          <p:nvPr/>
        </p:nvCxnSpPr>
        <p:spPr>
          <a:xfrm>
            <a:off x="6996044" y="3571130"/>
            <a:ext cx="294197" cy="75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连接符: 肘形 151">
            <a:extLst>
              <a:ext uri="{FF2B5EF4-FFF2-40B4-BE49-F238E27FC236}">
                <a16:creationId xmlns:a16="http://schemas.microsoft.com/office/drawing/2014/main" id="{9079E268-2D0F-4096-9CE4-74CB4C087C97}"/>
              </a:ext>
            </a:extLst>
          </p:cNvPr>
          <p:cNvCxnSpPr>
            <a:cxnSpLocks/>
            <a:stCxn id="72" idx="4"/>
            <a:endCxn id="115" idx="1"/>
          </p:cNvCxnSpPr>
          <p:nvPr/>
        </p:nvCxnSpPr>
        <p:spPr>
          <a:xfrm flipV="1">
            <a:off x="8395620" y="1382966"/>
            <a:ext cx="784857" cy="1861193"/>
          </a:xfrm>
          <a:prstGeom prst="bentConnector3">
            <a:avLst>
              <a:gd name="adj1" fmla="val 37055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8A92E632-9201-470E-B01D-3E09D22D6965}"/>
              </a:ext>
            </a:extLst>
          </p:cNvPr>
          <p:cNvCxnSpPr>
            <a:cxnSpLocks/>
            <a:stCxn id="80" idx="4"/>
            <a:endCxn id="114" idx="1"/>
          </p:cNvCxnSpPr>
          <p:nvPr/>
        </p:nvCxnSpPr>
        <p:spPr>
          <a:xfrm flipV="1">
            <a:off x="8395620" y="2800621"/>
            <a:ext cx="784858" cy="324123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FBCBA579-9FE1-417A-9BAD-F37E37B8CCE6}"/>
              </a:ext>
            </a:extLst>
          </p:cNvPr>
          <p:cNvSpPr/>
          <p:nvPr/>
        </p:nvSpPr>
        <p:spPr>
          <a:xfrm>
            <a:off x="9042237" y="3615881"/>
            <a:ext cx="2678711" cy="2074686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流程图: 接点 154">
            <a:extLst>
              <a:ext uri="{FF2B5EF4-FFF2-40B4-BE49-F238E27FC236}">
                <a16:creationId xmlns:a16="http://schemas.microsoft.com/office/drawing/2014/main" id="{9F0A9A73-C3D3-45F9-8086-AF444BD06821}"/>
              </a:ext>
            </a:extLst>
          </p:cNvPr>
          <p:cNvSpPr/>
          <p:nvPr/>
        </p:nvSpPr>
        <p:spPr>
          <a:xfrm>
            <a:off x="10333333" y="4523999"/>
            <a:ext cx="227673" cy="216000"/>
          </a:xfrm>
          <a:prstGeom prst="flowChartConnector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56" name="流程图: 接点 155">
            <a:extLst>
              <a:ext uri="{FF2B5EF4-FFF2-40B4-BE49-F238E27FC236}">
                <a16:creationId xmlns:a16="http://schemas.microsoft.com/office/drawing/2014/main" id="{61A28C7E-8A67-4CAC-A062-F99B8E8A9312}"/>
              </a:ext>
            </a:extLst>
          </p:cNvPr>
          <p:cNvSpPr/>
          <p:nvPr/>
        </p:nvSpPr>
        <p:spPr>
          <a:xfrm>
            <a:off x="10178022" y="3793065"/>
            <a:ext cx="227673" cy="216000"/>
          </a:xfrm>
          <a:prstGeom prst="flowChartConnector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57" name="等腰三角形 156">
            <a:extLst>
              <a:ext uri="{FF2B5EF4-FFF2-40B4-BE49-F238E27FC236}">
                <a16:creationId xmlns:a16="http://schemas.microsoft.com/office/drawing/2014/main" id="{A35E094A-6F1F-45C4-8DC0-D2072117739E}"/>
              </a:ext>
            </a:extLst>
          </p:cNvPr>
          <p:cNvSpPr/>
          <p:nvPr/>
        </p:nvSpPr>
        <p:spPr>
          <a:xfrm>
            <a:off x="10511982" y="4170566"/>
            <a:ext cx="227673" cy="216000"/>
          </a:xfrm>
          <a:prstGeom prst="triangl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58" name="等腰三角形 157">
            <a:extLst>
              <a:ext uri="{FF2B5EF4-FFF2-40B4-BE49-F238E27FC236}">
                <a16:creationId xmlns:a16="http://schemas.microsoft.com/office/drawing/2014/main" id="{296FE4F6-27AF-42DE-BF86-82E2B5A282BC}"/>
              </a:ext>
            </a:extLst>
          </p:cNvPr>
          <p:cNvSpPr/>
          <p:nvPr/>
        </p:nvSpPr>
        <p:spPr>
          <a:xfrm>
            <a:off x="11142625" y="3875770"/>
            <a:ext cx="227673" cy="216000"/>
          </a:xfrm>
          <a:prstGeom prst="triangl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59" name="等腰三角形 158">
            <a:extLst>
              <a:ext uri="{FF2B5EF4-FFF2-40B4-BE49-F238E27FC236}">
                <a16:creationId xmlns:a16="http://schemas.microsoft.com/office/drawing/2014/main" id="{24E1A6D6-EDCF-406A-B3E2-0D83522DC2B8}"/>
              </a:ext>
            </a:extLst>
          </p:cNvPr>
          <p:cNvSpPr/>
          <p:nvPr/>
        </p:nvSpPr>
        <p:spPr>
          <a:xfrm>
            <a:off x="11099312" y="4861006"/>
            <a:ext cx="227673" cy="216000"/>
          </a:xfrm>
          <a:prstGeom prst="triangl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5F73E27-1369-4E53-9457-DC50A92B0610}"/>
              </a:ext>
            </a:extLst>
          </p:cNvPr>
          <p:cNvSpPr/>
          <p:nvPr/>
        </p:nvSpPr>
        <p:spPr>
          <a:xfrm>
            <a:off x="9185808" y="4877286"/>
            <a:ext cx="227673" cy="216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CA29A1C6-F349-46A5-93E4-EA90521724D5}"/>
              </a:ext>
            </a:extLst>
          </p:cNvPr>
          <p:cNvSpPr/>
          <p:nvPr/>
        </p:nvSpPr>
        <p:spPr>
          <a:xfrm>
            <a:off x="10186752" y="4942316"/>
            <a:ext cx="227673" cy="216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153A273A-A48B-4DA4-9A23-7326E10944B1}"/>
              </a:ext>
            </a:extLst>
          </p:cNvPr>
          <p:cNvSpPr/>
          <p:nvPr/>
        </p:nvSpPr>
        <p:spPr>
          <a:xfrm>
            <a:off x="9362784" y="4232468"/>
            <a:ext cx="227673" cy="216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46BBA5D0-5CDA-4CA7-8892-6EC19D013795}"/>
              </a:ext>
            </a:extLst>
          </p:cNvPr>
          <p:cNvCxnSpPr>
            <a:cxnSpLocks/>
          </p:cNvCxnSpPr>
          <p:nvPr/>
        </p:nvCxnSpPr>
        <p:spPr>
          <a:xfrm flipH="1" flipV="1">
            <a:off x="10088320" y="4390949"/>
            <a:ext cx="178988" cy="1363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76738384-2F25-4AB8-914E-26FF136D9C3F}"/>
              </a:ext>
            </a:extLst>
          </p:cNvPr>
          <p:cNvCxnSpPr>
            <a:cxnSpLocks/>
          </p:cNvCxnSpPr>
          <p:nvPr/>
        </p:nvCxnSpPr>
        <p:spPr>
          <a:xfrm flipH="1">
            <a:off x="10052480" y="3985106"/>
            <a:ext cx="10800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流程图: 接点 164">
            <a:extLst>
              <a:ext uri="{FF2B5EF4-FFF2-40B4-BE49-F238E27FC236}">
                <a16:creationId xmlns:a16="http://schemas.microsoft.com/office/drawing/2014/main" id="{412144C7-FE80-46D6-88E4-8EF1DE8248CC}"/>
              </a:ext>
            </a:extLst>
          </p:cNvPr>
          <p:cNvSpPr/>
          <p:nvPr/>
        </p:nvSpPr>
        <p:spPr>
          <a:xfrm>
            <a:off x="9566872" y="3743186"/>
            <a:ext cx="227673" cy="216000"/>
          </a:xfrm>
          <a:prstGeom prst="flowChartConnector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8D006A11-2445-44B0-B168-905BD3A986E4}"/>
              </a:ext>
            </a:extLst>
          </p:cNvPr>
          <p:cNvCxnSpPr>
            <a:cxnSpLocks/>
          </p:cNvCxnSpPr>
          <p:nvPr/>
        </p:nvCxnSpPr>
        <p:spPr>
          <a:xfrm>
            <a:off x="9752630" y="4001770"/>
            <a:ext cx="10800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C1DBA209-315D-4979-9E13-CE58B77D7A67}"/>
              </a:ext>
            </a:extLst>
          </p:cNvPr>
          <p:cNvCxnSpPr>
            <a:cxnSpLocks/>
          </p:cNvCxnSpPr>
          <p:nvPr/>
        </p:nvCxnSpPr>
        <p:spPr>
          <a:xfrm flipV="1">
            <a:off x="11202683" y="4619646"/>
            <a:ext cx="15933" cy="1746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DE63B806-04B4-4C2C-8755-ED9D0B2E9609}"/>
              </a:ext>
            </a:extLst>
          </p:cNvPr>
          <p:cNvCxnSpPr>
            <a:cxnSpLocks/>
          </p:cNvCxnSpPr>
          <p:nvPr/>
        </p:nvCxnSpPr>
        <p:spPr>
          <a:xfrm>
            <a:off x="10842240" y="4390949"/>
            <a:ext cx="198957" cy="1021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5AC4D6C6-9BFB-40EF-8B96-F631E58916F3}"/>
              </a:ext>
            </a:extLst>
          </p:cNvPr>
          <p:cNvCxnSpPr>
            <a:cxnSpLocks/>
          </p:cNvCxnSpPr>
          <p:nvPr/>
        </p:nvCxnSpPr>
        <p:spPr>
          <a:xfrm flipH="1" flipV="1">
            <a:off x="9892038" y="4872356"/>
            <a:ext cx="207813" cy="96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FB585D0B-DB25-47DA-8592-2F5E7F249E4B}"/>
              </a:ext>
            </a:extLst>
          </p:cNvPr>
          <p:cNvCxnSpPr>
            <a:cxnSpLocks/>
          </p:cNvCxnSpPr>
          <p:nvPr/>
        </p:nvCxnSpPr>
        <p:spPr>
          <a:xfrm>
            <a:off x="9608106" y="4508212"/>
            <a:ext cx="10800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5E7E4ADE-4E1E-4246-9B06-A8FF8D329467}"/>
              </a:ext>
            </a:extLst>
          </p:cNvPr>
          <p:cNvCxnSpPr>
            <a:cxnSpLocks/>
          </p:cNvCxnSpPr>
          <p:nvPr/>
        </p:nvCxnSpPr>
        <p:spPr>
          <a:xfrm flipV="1">
            <a:off x="9470461" y="4821051"/>
            <a:ext cx="210248" cy="1048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>
            <a:extLst>
              <a:ext uri="{FF2B5EF4-FFF2-40B4-BE49-F238E27FC236}">
                <a16:creationId xmlns:a16="http://schemas.microsoft.com/office/drawing/2014/main" id="{6E688ED0-CE4D-4F8B-B9A2-6B1E322BDAC5}"/>
              </a:ext>
            </a:extLst>
          </p:cNvPr>
          <p:cNvSpPr/>
          <p:nvPr/>
        </p:nvSpPr>
        <p:spPr>
          <a:xfrm>
            <a:off x="9520309" y="5247019"/>
            <a:ext cx="1965411" cy="32637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 Center  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星形: 五角 172">
            <a:extLst>
              <a:ext uri="{FF2B5EF4-FFF2-40B4-BE49-F238E27FC236}">
                <a16:creationId xmlns:a16="http://schemas.microsoft.com/office/drawing/2014/main" id="{5C6DAB6E-B30D-4C75-B1CC-7BD7FA95C3E6}"/>
              </a:ext>
            </a:extLst>
          </p:cNvPr>
          <p:cNvSpPr/>
          <p:nvPr/>
        </p:nvSpPr>
        <p:spPr>
          <a:xfrm>
            <a:off x="9671002" y="4668024"/>
            <a:ext cx="210272" cy="205551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74" name="星形: 五角 173">
            <a:extLst>
              <a:ext uri="{FF2B5EF4-FFF2-40B4-BE49-F238E27FC236}">
                <a16:creationId xmlns:a16="http://schemas.microsoft.com/office/drawing/2014/main" id="{3CF0BE94-2BE5-49C1-A87F-C358C563DFD5}"/>
              </a:ext>
            </a:extLst>
          </p:cNvPr>
          <p:cNvSpPr/>
          <p:nvPr/>
        </p:nvSpPr>
        <p:spPr>
          <a:xfrm>
            <a:off x="11087022" y="4396151"/>
            <a:ext cx="210272" cy="205551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75" name="星形: 五角 174">
            <a:extLst>
              <a:ext uri="{FF2B5EF4-FFF2-40B4-BE49-F238E27FC236}">
                <a16:creationId xmlns:a16="http://schemas.microsoft.com/office/drawing/2014/main" id="{6757489E-332B-424A-B2F9-D5A94280F168}"/>
              </a:ext>
            </a:extLst>
          </p:cNvPr>
          <p:cNvSpPr/>
          <p:nvPr/>
        </p:nvSpPr>
        <p:spPr>
          <a:xfrm>
            <a:off x="9851910" y="4181384"/>
            <a:ext cx="210272" cy="205551"/>
          </a:xfrm>
          <a:prstGeom prst="star5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76" name="星形: 五角 175">
            <a:extLst>
              <a:ext uri="{FF2B5EF4-FFF2-40B4-BE49-F238E27FC236}">
                <a16:creationId xmlns:a16="http://schemas.microsoft.com/office/drawing/2014/main" id="{40A2A4A9-4F9B-48AF-BE0B-1EDAFDA28F08}"/>
              </a:ext>
            </a:extLst>
          </p:cNvPr>
          <p:cNvSpPr/>
          <p:nvPr/>
        </p:nvSpPr>
        <p:spPr>
          <a:xfrm>
            <a:off x="9616071" y="5298598"/>
            <a:ext cx="210272" cy="205551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E6924696-79F3-465A-AC9D-E03099C460CE}"/>
              </a:ext>
            </a:extLst>
          </p:cNvPr>
          <p:cNvCxnSpPr>
            <a:cxnSpLocks/>
          </p:cNvCxnSpPr>
          <p:nvPr/>
        </p:nvCxnSpPr>
        <p:spPr>
          <a:xfrm flipH="1">
            <a:off x="11202683" y="4153568"/>
            <a:ext cx="24752" cy="1959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860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41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776412"/>
            <a:ext cx="82105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99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488378" y="2306541"/>
            <a:ext cx="2935224" cy="1338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1074" y="1714500"/>
            <a:ext cx="1981200" cy="259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Stress Data Acquisition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31058AD-53A1-4DCA-8EEB-0B168C3F2D6A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2132274" y="1844040"/>
            <a:ext cx="6705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802834" y="1714500"/>
            <a:ext cx="1417320" cy="259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13574" y="1714500"/>
            <a:ext cx="2156460" cy="259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Intelligent Computing Model </a:t>
            </a:r>
            <a:r>
              <a:rPr lang="en-US" altLang="zh-CN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Traing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740594" y="1699260"/>
            <a:ext cx="1813560" cy="259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</a:t>
            </a:r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</a:t>
            </a:r>
            <a:r>
              <a: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odel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31058AD-53A1-4DCA-8EEB-0B168C3F2D6A}"/>
              </a:ext>
            </a:extLst>
          </p:cNvPr>
          <p:cNvCxnSpPr>
            <a:cxnSpLocks/>
          </p:cNvCxnSpPr>
          <p:nvPr/>
        </p:nvCxnSpPr>
        <p:spPr>
          <a:xfrm>
            <a:off x="7070034" y="1828800"/>
            <a:ext cx="6705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51074" y="2306541"/>
            <a:ext cx="1981200" cy="1338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Psychological Data Physiological Data</a:t>
            </a:r>
          </a:p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Data </a:t>
            </a:r>
          </a:p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Data</a:t>
            </a:r>
          </a:p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Data 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77938" y="2385059"/>
            <a:ext cx="868680" cy="3352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Set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777938" y="3220210"/>
            <a:ext cx="868680" cy="3352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Set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920938" y="2385058"/>
            <a:ext cx="1447800" cy="3352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Intelligent </a:t>
            </a:r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 Algorithm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709358" y="2927606"/>
            <a:ext cx="1897380" cy="266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 Adjustment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31058AD-53A1-4DCA-8EEB-0B168C3F2D6A}"/>
              </a:ext>
            </a:extLst>
          </p:cNvPr>
          <p:cNvCxnSpPr>
            <a:cxnSpLocks/>
          </p:cNvCxnSpPr>
          <p:nvPr/>
        </p:nvCxnSpPr>
        <p:spPr>
          <a:xfrm>
            <a:off x="4220154" y="1844040"/>
            <a:ext cx="6705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下箭头 24"/>
          <p:cNvSpPr/>
          <p:nvPr/>
        </p:nvSpPr>
        <p:spPr>
          <a:xfrm>
            <a:off x="989661" y="1973580"/>
            <a:ext cx="148965" cy="332961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31058AD-53A1-4DCA-8EEB-0B168C3F2D6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2132274" y="2975975"/>
            <a:ext cx="6400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740594" y="2300445"/>
            <a:ext cx="1813560" cy="13510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</a:t>
            </a:r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 </a:t>
            </a:r>
            <a:r>
              <a: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odel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肘形连接符 30"/>
          <p:cNvCxnSpPr>
            <a:stCxn id="20" idx="1"/>
            <a:endCxn id="21" idx="1"/>
          </p:cNvCxnSpPr>
          <p:nvPr/>
        </p:nvCxnSpPr>
        <p:spPr>
          <a:xfrm rot="10800000" flipV="1">
            <a:off x="4777938" y="2552698"/>
            <a:ext cx="12700" cy="83515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132524" y="2970274"/>
            <a:ext cx="432000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631058AD-53A1-4DCA-8EEB-0B168C3F2D6A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5646618" y="2552699"/>
            <a:ext cx="27432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47" idx="2"/>
            <a:endCxn id="20" idx="2"/>
          </p:cNvCxnSpPr>
          <p:nvPr/>
        </p:nvCxnSpPr>
        <p:spPr>
          <a:xfrm rot="5400000">
            <a:off x="5691704" y="2225674"/>
            <a:ext cx="15239" cy="974090"/>
          </a:xfrm>
          <a:prstGeom prst="bentConnector3">
            <a:avLst>
              <a:gd name="adj1" fmla="val 1600098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134" y="2590801"/>
            <a:ext cx="188468" cy="114299"/>
          </a:xfrm>
          <a:prstGeom prst="rect">
            <a:avLst/>
          </a:prstGeom>
        </p:spPr>
      </p:pic>
      <p:cxnSp>
        <p:nvCxnSpPr>
          <p:cNvPr id="66" name="肘形连接符 65"/>
          <p:cNvCxnSpPr>
            <a:stCxn id="21" idx="3"/>
            <a:endCxn id="22" idx="2"/>
          </p:cNvCxnSpPr>
          <p:nvPr/>
        </p:nvCxnSpPr>
        <p:spPr>
          <a:xfrm flipV="1">
            <a:off x="5646618" y="2720339"/>
            <a:ext cx="998220" cy="667511"/>
          </a:xfrm>
          <a:prstGeom prst="bentConnector2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772354" y="2306541"/>
            <a:ext cx="1417320" cy="1338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Standardization of </a:t>
            </a:r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Features</a:t>
            </a:r>
            <a:endParaRPr lang="zh-CN" alt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631058AD-53A1-4DCA-8EEB-0B168C3F2D6A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>
            <a:off x="7423602" y="2975975"/>
            <a:ext cx="31699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下箭头 84"/>
          <p:cNvSpPr/>
          <p:nvPr/>
        </p:nvSpPr>
        <p:spPr>
          <a:xfrm>
            <a:off x="3406531" y="1973580"/>
            <a:ext cx="148965" cy="332961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下箭头 85"/>
          <p:cNvSpPr/>
          <p:nvPr/>
        </p:nvSpPr>
        <p:spPr>
          <a:xfrm>
            <a:off x="5846455" y="1976264"/>
            <a:ext cx="148965" cy="332961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下箭头 86"/>
          <p:cNvSpPr/>
          <p:nvPr/>
        </p:nvSpPr>
        <p:spPr>
          <a:xfrm>
            <a:off x="8572891" y="1961388"/>
            <a:ext cx="148965" cy="332961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38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34962</TotalTime>
  <Words>124</Words>
  <Application>Microsoft Office PowerPoint</Application>
  <PresentationFormat>A4 纸张(210x297 毫米)</PresentationFormat>
  <Paragraphs>56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Calibri Light</vt:lpstr>
      <vt:lpstr>Cambria Math</vt:lpstr>
      <vt:lpstr>Euclid Math One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Junzi</cp:lastModifiedBy>
  <cp:revision>459</cp:revision>
  <dcterms:created xsi:type="dcterms:W3CDTF">2020-11-12T04:41:33Z</dcterms:created>
  <dcterms:modified xsi:type="dcterms:W3CDTF">2025-01-07T01:44:42Z</dcterms:modified>
</cp:coreProperties>
</file>